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240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越智 統" userId="2de33d77-a65a-42d1-92e2-b40da65bb07e" providerId="ADAL" clId="{00156A21-8276-4F64-9608-8C1FADA4CD25}"/>
    <pc:docChg chg="undo custSel addSld modSld">
      <pc:chgData name="越智 統" userId="2de33d77-a65a-42d1-92e2-b40da65bb07e" providerId="ADAL" clId="{00156A21-8276-4F64-9608-8C1FADA4CD25}" dt="2026-03-13T04:20:37.543" v="226" actId="1076"/>
      <pc:docMkLst>
        <pc:docMk/>
      </pc:docMkLst>
      <pc:sldChg chg="modSp mod">
        <pc:chgData name="越智 統" userId="2de33d77-a65a-42d1-92e2-b40da65bb07e" providerId="ADAL" clId="{00156A21-8276-4F64-9608-8C1FADA4CD25}" dt="2026-03-13T04:17:50.444" v="67" actId="20577"/>
        <pc:sldMkLst>
          <pc:docMk/>
          <pc:sldMk cId="3698264915" sldId="256"/>
        </pc:sldMkLst>
        <pc:spChg chg="mod">
          <ac:chgData name="越智 統" userId="2de33d77-a65a-42d1-92e2-b40da65bb07e" providerId="ADAL" clId="{00156A21-8276-4F64-9608-8C1FADA4CD25}" dt="2026-03-13T04:17:50.444" v="67" actId="20577"/>
          <ac:spMkLst>
            <pc:docMk/>
            <pc:sldMk cId="3698264915" sldId="256"/>
            <ac:spMk id="11" creationId="{DE3189D3-7BFD-5D37-F07F-879E06B739DB}"/>
          </ac:spMkLst>
        </pc:spChg>
        <pc:spChg chg="mod">
          <ac:chgData name="越智 統" userId="2de33d77-a65a-42d1-92e2-b40da65bb07e" providerId="ADAL" clId="{00156A21-8276-4F64-9608-8C1FADA4CD25}" dt="2026-03-13T04:17:23.364" v="54" actId="20577"/>
          <ac:spMkLst>
            <pc:docMk/>
            <pc:sldMk cId="3698264915" sldId="256"/>
            <ac:spMk id="12" creationId="{6CA2DB1D-3C7E-8BA3-C58D-55E7C11D0AB0}"/>
          </ac:spMkLst>
        </pc:spChg>
        <pc:spChg chg="mod">
          <ac:chgData name="越智 統" userId="2de33d77-a65a-42d1-92e2-b40da65bb07e" providerId="ADAL" clId="{00156A21-8276-4F64-9608-8C1FADA4CD25}" dt="2026-03-13T04:17:25.405" v="58" actId="20577"/>
          <ac:spMkLst>
            <pc:docMk/>
            <pc:sldMk cId="3698264915" sldId="256"/>
            <ac:spMk id="14" creationId="{457A1AF4-6D1E-0D5A-D547-4413FE1536F3}"/>
          </ac:spMkLst>
        </pc:spChg>
      </pc:sldChg>
      <pc:sldChg chg="modSp add mod">
        <pc:chgData name="越智 統" userId="2de33d77-a65a-42d1-92e2-b40da65bb07e" providerId="ADAL" clId="{00156A21-8276-4F64-9608-8C1FADA4CD25}" dt="2026-03-13T04:20:37.543" v="226" actId="1076"/>
        <pc:sldMkLst>
          <pc:docMk/>
          <pc:sldMk cId="360896339" sldId="257"/>
        </pc:sldMkLst>
        <pc:spChg chg="mod">
          <ac:chgData name="越智 統" userId="2de33d77-a65a-42d1-92e2-b40da65bb07e" providerId="ADAL" clId="{00156A21-8276-4F64-9608-8C1FADA4CD25}" dt="2026-03-13T04:18:07.979" v="83" actId="20577"/>
          <ac:spMkLst>
            <pc:docMk/>
            <pc:sldMk cId="360896339" sldId="257"/>
            <ac:spMk id="11" creationId="{58C5102E-DFF7-1D48-182A-8B255B53A437}"/>
          </ac:spMkLst>
        </pc:spChg>
        <pc:spChg chg="mod">
          <ac:chgData name="越智 統" userId="2de33d77-a65a-42d1-92e2-b40da65bb07e" providerId="ADAL" clId="{00156A21-8276-4F64-9608-8C1FADA4CD25}" dt="2026-03-13T04:20:37.543" v="226" actId="1076"/>
          <ac:spMkLst>
            <pc:docMk/>
            <pc:sldMk cId="360896339" sldId="257"/>
            <ac:spMk id="12" creationId="{F5269400-24F2-FF54-5FF9-F3898F9A9427}"/>
          </ac:spMkLst>
        </pc:spChg>
        <pc:spChg chg="mod">
          <ac:chgData name="越智 統" userId="2de33d77-a65a-42d1-92e2-b40da65bb07e" providerId="ADAL" clId="{00156A21-8276-4F64-9608-8C1FADA4CD25}" dt="2026-03-13T04:19:42.769" v="203" actId="20577"/>
          <ac:spMkLst>
            <pc:docMk/>
            <pc:sldMk cId="360896339" sldId="257"/>
            <ac:spMk id="13" creationId="{DC515835-AC3C-619C-C4E9-792AA76E6AE9}"/>
          </ac:spMkLst>
        </pc:spChg>
        <pc:spChg chg="mod">
          <ac:chgData name="越智 統" userId="2de33d77-a65a-42d1-92e2-b40da65bb07e" providerId="ADAL" clId="{00156A21-8276-4F64-9608-8C1FADA4CD25}" dt="2026-03-13T04:18:13.441" v="87" actId="20577"/>
          <ac:spMkLst>
            <pc:docMk/>
            <pc:sldMk cId="360896339" sldId="257"/>
            <ac:spMk id="14" creationId="{59E4B49D-F8C7-A240-877A-6186304D9969}"/>
          </ac:spMkLst>
        </pc:spChg>
        <pc:spChg chg="mod">
          <ac:chgData name="越智 統" userId="2de33d77-a65a-42d1-92e2-b40da65bb07e" providerId="ADAL" clId="{00156A21-8276-4F64-9608-8C1FADA4CD25}" dt="2026-03-13T04:19:32.402" v="199" actId="20577"/>
          <ac:spMkLst>
            <pc:docMk/>
            <pc:sldMk cId="360896339" sldId="257"/>
            <ac:spMk id="15" creationId="{6026282E-2BB9-61AC-F561-2FBB1462C1FA}"/>
          </ac:spMkLst>
        </pc:spChg>
        <pc:spChg chg="mod">
          <ac:chgData name="越智 統" userId="2de33d77-a65a-42d1-92e2-b40da65bb07e" providerId="ADAL" clId="{00156A21-8276-4F64-9608-8C1FADA4CD25}" dt="2026-03-13T04:20:27.946" v="225" actId="1076"/>
          <ac:spMkLst>
            <pc:docMk/>
            <pc:sldMk cId="360896339" sldId="257"/>
            <ac:spMk id="16" creationId="{35BE5446-70B1-8E53-0444-176CA8C66623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9C4C5A-1F8C-4C7C-9AFC-380797C29894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3250B6B-1A29-4028-9D9F-02BB49CE410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37932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250B6B-1A29-4028-9D9F-02BB49CE4107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120431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A4B9C2-E309-00DE-EBCE-7A657D42C3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A04917A9-0CAE-23E0-53D4-73B2E3EDEF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AC042036-E522-C095-A625-E651B0E41A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5312B0EB-F038-B373-60B8-65CA6C36F7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250B6B-1A29-4028-9D9F-02BB49CE4107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23799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9413675-32A1-7ED2-CE3A-775A3DDE2E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7AD95EA4-D343-2532-5B3D-9D3887B285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9CFAA39-7A60-AD56-8A36-6D9A81CAF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2E8529-B6C2-6C50-C2E4-CF7550C302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85DBA8A-CE93-E5C6-466B-F79CB08E00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87584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9F39B67-9F8E-C60B-AC17-B7E7E9DAA9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4317254-2182-FA41-FA4D-A62435C7C9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2DC4E90-B7C4-67D4-FF21-BFD3F20D35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C8B4428-23B3-335D-63A3-829400DE3F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DB5B15F-AB49-CC49-253B-2809CC8CE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8163074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C452658-500F-3E1B-C223-F5724B37D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7BB7B1A-4733-AE4D-094F-7F34533BE9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C1EB97F-068F-713F-61FF-3DE16C635B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A24D98-15FE-4AA8-7696-217CE4D5E8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76BACE1-B39E-EC0F-E469-23257734E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91824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BA728C7-0201-B781-6299-D8CDA436F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954D349-41EA-A74A-1F51-12FC71763BF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086E4EA-8433-5173-8426-2CECEC46C74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8F9E456-A73D-43CE-90F4-97AD44B5A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0F413B6-FE37-CBB2-8DF9-71B9F2F48E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DB4571D-0276-A85B-E3E5-3D61A1CD4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20472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1AF18A-5018-48BC-F44F-791DB1569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D0745B05-4940-DF89-2601-29CEC70D72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AA850F4-F568-AAE5-DC61-7F54265E22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AA4C6AD-552B-77D3-00BC-224EE694CC7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62073E4B-7503-D80E-F090-C6D9FB3C8A4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6F7B3B49-1082-D925-778E-B3A29B8680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573CB402-B701-4466-C021-C735842323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9A536A07-CD4E-3405-4AC3-DB321DB47B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68760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E01EF2C-F674-2DE4-C3E4-D137AD9E5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F1F29484-EDFD-9280-24DE-50D7DE5DE1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F871A89-74C1-5AEA-9372-8BC4A5A55D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147578DA-64D3-0519-93C8-2B04C46AD0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54413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4E81055-B43E-5B22-FB1D-A9486C179A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BD552F34-045B-75CC-27AC-047352355A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90198DD-C39C-B6B3-87FC-E4016BE946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123175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BF583FC-9960-26D0-F36F-D78B9FC85B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8200CC3-2FCE-5BB6-2E79-772EB11745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E79DB7D-EA51-00C4-2056-C74E1B50C8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E0FF264-69F2-EB31-CE9E-D568D0811C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60D1EAE-6D3D-92ED-1F0F-98FD11F806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A70C75D-613F-939F-694E-8E775CFF05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504307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216908-621C-A86F-A5F6-8AEB69E26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3C41C1D-6E52-29F7-1DF3-40F3B7A9731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6813213-F9DB-84F1-F240-2D7B807AAC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393CE24-78B2-B78E-96E4-4CF4325FE2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7DEE1CD-0B9D-97C6-E56A-0B32335C80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5C790E6-082A-39F7-F271-FD37983C7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709780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7C648BB-C715-4E19-6313-A95D12D624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9566128-09A9-3BCB-7308-217D5B6AE7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84CF957-3261-EE0A-2EBC-DFF0D39A30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5FFE104-D91D-45BE-05AB-5F13B4792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E5A36C-5BC2-4F16-7BAE-ACD6BF406E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95688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81DD6EB-140B-342F-EE7D-A2A2367C26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B05F922-5D0B-9C97-E075-13C75FC7194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5A7C68-BA7E-13EA-AE51-B98C4A850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CE748E7-0886-C324-F937-0C512BEA0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874E4E0-CE46-27CD-25E3-C268B8FC8E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01424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300EA07-5450-CC12-7702-2A53A8F7D8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5C0AB9-AAA5-3C60-BF34-893A5C8374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4C1559-DB4C-B74B-27D4-793F833FD3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6F7BC6-0DD9-432D-832E-B572781F5BB3}" type="datetimeFigureOut">
              <a:rPr kumimoji="1" lang="ja-JP" altLang="en-US" smtClean="0"/>
              <a:t>2026/3/13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03929C6-6D02-5136-E771-B0AE97E20F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B0D63A-D7C4-68D8-71B8-8D03995C7F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8D1E776-DCE9-4728-8034-60918A5A568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80276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ゲームのキャラクター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2DB4377C-835F-E3EB-3F15-71F2E56DF2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296" y="528637"/>
            <a:ext cx="2019015" cy="1692049"/>
          </a:xfrm>
          <a:prstGeom prst="rect">
            <a:avLst/>
          </a:prstGeom>
        </p:spPr>
      </p:pic>
      <p:pic>
        <p:nvPicPr>
          <p:cNvPr id="7" name="図 6" descr="光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50DFC5AF-AF01-62E0-289A-2DDBC49B188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712" y="2343149"/>
            <a:ext cx="1642182" cy="1861457"/>
          </a:xfrm>
          <a:prstGeom prst="rect">
            <a:avLst/>
          </a:prstGeom>
        </p:spPr>
      </p:pic>
      <p:pic>
        <p:nvPicPr>
          <p:cNvPr id="9" name="図 8" descr="光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30C7A209-C3E0-96CC-5F23-A5332079079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320" y="4204606"/>
            <a:ext cx="1762965" cy="2179864"/>
          </a:xfrm>
          <a:prstGeom prst="rect">
            <a:avLst/>
          </a:prstGeom>
        </p:spPr>
      </p:pic>
      <p:sp>
        <p:nvSpPr>
          <p:cNvPr id="10" name="吹き出し: 円形 9">
            <a:extLst>
              <a:ext uri="{FF2B5EF4-FFF2-40B4-BE49-F238E27FC236}">
                <a16:creationId xmlns:a16="http://schemas.microsoft.com/office/drawing/2014/main" id="{E723223C-6F08-91E4-A723-03392F1661D4}"/>
              </a:ext>
            </a:extLst>
          </p:cNvPr>
          <p:cNvSpPr/>
          <p:nvPr/>
        </p:nvSpPr>
        <p:spPr>
          <a:xfrm>
            <a:off x="783774" y="528637"/>
            <a:ext cx="979714" cy="589870"/>
          </a:xfrm>
          <a:prstGeom prst="wedgeEllipseCallout">
            <a:avLst>
              <a:gd name="adj1" fmla="val -9166"/>
              <a:gd name="adj2" fmla="val 5834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ON</a:t>
            </a:r>
            <a:endParaRPr kumimoji="1" lang="ja-JP" altLang="en-US" dirty="0">
              <a:latin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DE3189D3-7BFD-5D37-F07F-879E06B739DB}"/>
              </a:ext>
            </a:extLst>
          </p:cNvPr>
          <p:cNvSpPr txBox="1"/>
          <p:nvPr/>
        </p:nvSpPr>
        <p:spPr>
          <a:xfrm>
            <a:off x="3282707" y="1118507"/>
            <a:ext cx="32624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/>
              <a:t>誰かスイッチを押した</a:t>
            </a:r>
            <a:endParaRPr kumimoji="1" lang="ja-JP" altLang="en-US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CA2DB1D-3C7E-8BA3-C58D-55E7C11D0AB0}"/>
              </a:ext>
            </a:extLst>
          </p:cNvPr>
          <p:cNvSpPr txBox="1"/>
          <p:nvPr/>
        </p:nvSpPr>
        <p:spPr>
          <a:xfrm>
            <a:off x="3282707" y="2979963"/>
            <a:ext cx="326243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壁の電球に連絡しよう</a:t>
            </a:r>
            <a:endParaRPr kumimoji="1" lang="ja-JP" altLang="en-US" sz="2400" dirty="0"/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9E1878E4-7B87-8C0F-A13D-2CCAAFC07C24}"/>
              </a:ext>
            </a:extLst>
          </p:cNvPr>
          <p:cNvSpPr txBox="1"/>
          <p:nvPr/>
        </p:nvSpPr>
        <p:spPr>
          <a:xfrm>
            <a:off x="3590484" y="4980212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明かりがついた！</a:t>
            </a:r>
            <a:endParaRPr kumimoji="1" lang="ja-JP" altLang="en-US" sz="24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457A1AF4-6D1E-0D5A-D547-4413FE1536F3}"/>
              </a:ext>
            </a:extLst>
          </p:cNvPr>
          <p:cNvSpPr txBox="1"/>
          <p:nvPr/>
        </p:nvSpPr>
        <p:spPr>
          <a:xfrm>
            <a:off x="7756738" y="1118506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イベントが起きた</a:t>
            </a:r>
            <a:endParaRPr kumimoji="1" lang="ja-JP" altLang="en-US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3B0985A-2239-50A3-1DB2-E3D0CA54E1C8}"/>
              </a:ext>
            </a:extLst>
          </p:cNvPr>
          <p:cNvSpPr txBox="1"/>
          <p:nvPr/>
        </p:nvSpPr>
        <p:spPr>
          <a:xfrm>
            <a:off x="7448961" y="2862386"/>
            <a:ext cx="3262432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400" dirty="0"/>
              <a:t>オブジェクトを選んで</a:t>
            </a:r>
            <a:endParaRPr kumimoji="1" lang="en-US" altLang="ja-JP" sz="2400" dirty="0"/>
          </a:p>
          <a:p>
            <a:pPr algn="ctr"/>
            <a:r>
              <a:rPr kumimoji="1" lang="ja-JP" altLang="en-US" sz="2400" dirty="0"/>
              <a:t>命令する</a:t>
            </a: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737DEF4B-D2A0-B11B-6A26-9B4D5512480F}"/>
              </a:ext>
            </a:extLst>
          </p:cNvPr>
          <p:cNvSpPr txBox="1"/>
          <p:nvPr/>
        </p:nvSpPr>
        <p:spPr>
          <a:xfrm>
            <a:off x="7756738" y="4837760"/>
            <a:ext cx="26468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プログラムが動く</a:t>
            </a:r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B0B4EB8E-4528-891F-9DDB-6A616D08576B}"/>
              </a:ext>
            </a:extLst>
          </p:cNvPr>
          <p:cNvCxnSpPr/>
          <p:nvPr/>
        </p:nvCxnSpPr>
        <p:spPr>
          <a:xfrm>
            <a:off x="563336" y="2343149"/>
            <a:ext cx="111034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8820C2D-76E3-D3B4-D5D9-E4342D6EEB13}"/>
              </a:ext>
            </a:extLst>
          </p:cNvPr>
          <p:cNvCxnSpPr/>
          <p:nvPr/>
        </p:nvCxnSpPr>
        <p:spPr>
          <a:xfrm>
            <a:off x="618042" y="4204606"/>
            <a:ext cx="111034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82649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08CA86-0690-FA5C-0228-EFAD27F4B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 descr="ゲームのキャラクター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FC12999B-C7B1-E16E-F0E9-B3C57609220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296" y="528637"/>
            <a:ext cx="2019015" cy="1692049"/>
          </a:xfrm>
          <a:prstGeom prst="rect">
            <a:avLst/>
          </a:prstGeom>
        </p:spPr>
      </p:pic>
      <p:pic>
        <p:nvPicPr>
          <p:cNvPr id="7" name="図 6" descr="光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A40A7729-4498-46B5-6B3A-A3826CBAC0B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0712" y="2343149"/>
            <a:ext cx="1642182" cy="1861457"/>
          </a:xfrm>
          <a:prstGeom prst="rect">
            <a:avLst/>
          </a:prstGeom>
        </p:spPr>
      </p:pic>
      <p:pic>
        <p:nvPicPr>
          <p:cNvPr id="9" name="図 8" descr="光 が含まれている画像&#10;&#10;AI によって生成されたコンテンツは間違っている可能性があります。">
            <a:extLst>
              <a:ext uri="{FF2B5EF4-FFF2-40B4-BE49-F238E27FC236}">
                <a16:creationId xmlns:a16="http://schemas.microsoft.com/office/drawing/2014/main" id="{CE4A5D56-7039-EDB2-1E43-62380C7C2D3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0320" y="4204606"/>
            <a:ext cx="1762965" cy="2179864"/>
          </a:xfrm>
          <a:prstGeom prst="rect">
            <a:avLst/>
          </a:prstGeom>
        </p:spPr>
      </p:pic>
      <p:sp>
        <p:nvSpPr>
          <p:cNvPr id="10" name="吹き出し: 円形 9">
            <a:extLst>
              <a:ext uri="{FF2B5EF4-FFF2-40B4-BE49-F238E27FC236}">
                <a16:creationId xmlns:a16="http://schemas.microsoft.com/office/drawing/2014/main" id="{107EB8A6-CC62-9FE2-4E83-93CA0369ED54}"/>
              </a:ext>
            </a:extLst>
          </p:cNvPr>
          <p:cNvSpPr/>
          <p:nvPr/>
        </p:nvSpPr>
        <p:spPr>
          <a:xfrm>
            <a:off x="783774" y="528637"/>
            <a:ext cx="979714" cy="589870"/>
          </a:xfrm>
          <a:prstGeom prst="wedgeEllipseCallout">
            <a:avLst>
              <a:gd name="adj1" fmla="val -9166"/>
              <a:gd name="adj2" fmla="val 58348"/>
            </a:avLst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>
                <a:latin typeface="ADLaM Display" panose="020F0502020204030204" pitchFamily="2" charset="0"/>
                <a:ea typeface="ADLaM Display" panose="020F0502020204030204" pitchFamily="2" charset="0"/>
                <a:cs typeface="ADLaM Display" panose="020F0502020204030204" pitchFamily="2" charset="0"/>
              </a:rPr>
              <a:t>ON</a:t>
            </a:r>
            <a:endParaRPr kumimoji="1" lang="ja-JP" altLang="en-US" dirty="0">
              <a:latin typeface="ADLaM Display" panose="020F0502020204030204" pitchFamily="2" charset="0"/>
              <a:cs typeface="ADLaM Display" panose="020F0502020204030204" pitchFamily="2" charset="0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58C5102E-DFF7-1D48-182A-8B255B53A437}"/>
              </a:ext>
            </a:extLst>
          </p:cNvPr>
          <p:cNvSpPr txBox="1"/>
          <p:nvPr/>
        </p:nvSpPr>
        <p:spPr>
          <a:xfrm>
            <a:off x="3282707" y="1118507"/>
            <a:ext cx="326243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/>
              <a:t>だれか スイッチを おした</a:t>
            </a:r>
            <a:endParaRPr kumimoji="1" lang="ja-JP" altLang="en-US" sz="2400" dirty="0"/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5269400-24F2-FF54-5FF9-F3898F9A9427}"/>
              </a:ext>
            </a:extLst>
          </p:cNvPr>
          <p:cNvSpPr txBox="1"/>
          <p:nvPr/>
        </p:nvSpPr>
        <p:spPr>
          <a:xfrm>
            <a:off x="3282707" y="2858378"/>
            <a:ext cx="313098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かべの でんきゅうに </a:t>
            </a:r>
            <a:endParaRPr lang="en-US" altLang="ja-JP" sz="2400" dirty="0"/>
          </a:p>
          <a:p>
            <a:r>
              <a:rPr kumimoji="1" lang="ja-JP" altLang="en-US" sz="2400" dirty="0"/>
              <a:t>でんきを ながす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DC515835-AC3C-619C-C4E9-792AA76E6AE9}"/>
              </a:ext>
            </a:extLst>
          </p:cNvPr>
          <p:cNvSpPr txBox="1"/>
          <p:nvPr/>
        </p:nvSpPr>
        <p:spPr>
          <a:xfrm>
            <a:off x="3590484" y="4980212"/>
            <a:ext cx="27350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あかりが ついた！</a:t>
            </a:r>
            <a:endParaRPr kumimoji="1" lang="ja-JP" altLang="en-US" sz="2400" dirty="0"/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9E4B49D-F8C7-A240-877A-6186304D9969}"/>
              </a:ext>
            </a:extLst>
          </p:cNvPr>
          <p:cNvSpPr txBox="1"/>
          <p:nvPr/>
        </p:nvSpPr>
        <p:spPr>
          <a:xfrm>
            <a:off x="7756738" y="1118506"/>
            <a:ext cx="273504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2400" dirty="0"/>
              <a:t>イベントが おきた</a:t>
            </a:r>
            <a:endParaRPr kumimoji="1" lang="ja-JP" altLang="en-US" sz="2400" dirty="0"/>
          </a:p>
        </p:txBody>
      </p:sp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6026282E-2BB9-61AC-F561-2FBB1462C1FA}"/>
              </a:ext>
            </a:extLst>
          </p:cNvPr>
          <p:cNvSpPr txBox="1"/>
          <p:nvPr/>
        </p:nvSpPr>
        <p:spPr>
          <a:xfrm>
            <a:off x="7250991" y="2862386"/>
            <a:ext cx="3658374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kumimoji="1" lang="ja-JP" altLang="en-US" sz="2400" dirty="0"/>
              <a:t>オブジェクトを </a:t>
            </a:r>
            <a:r>
              <a:rPr lang="ja-JP" altLang="en-US" sz="2400" dirty="0"/>
              <a:t>えら</a:t>
            </a:r>
            <a:r>
              <a:rPr kumimoji="1" lang="ja-JP" altLang="en-US" sz="2400" dirty="0"/>
              <a:t>んで</a:t>
            </a:r>
            <a:endParaRPr kumimoji="1" lang="en-US" altLang="ja-JP" sz="2400" dirty="0"/>
          </a:p>
          <a:p>
            <a:pPr algn="ctr"/>
            <a:r>
              <a:rPr lang="ja-JP" altLang="en-US" sz="2400" dirty="0"/>
              <a:t>めいれいする</a:t>
            </a:r>
            <a:endParaRPr kumimoji="1" lang="ja-JP" altLang="en-US" sz="2400" dirty="0"/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35BE5446-70B1-8E53-0444-176CA8C66623}"/>
              </a:ext>
            </a:extLst>
          </p:cNvPr>
          <p:cNvSpPr txBox="1"/>
          <p:nvPr/>
        </p:nvSpPr>
        <p:spPr>
          <a:xfrm>
            <a:off x="7756738" y="4980211"/>
            <a:ext cx="30428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2400" dirty="0"/>
              <a:t>プログラムが </a:t>
            </a:r>
            <a:r>
              <a:rPr lang="ja-JP" altLang="en-US" sz="2400" dirty="0"/>
              <a:t>うごく</a:t>
            </a:r>
            <a:endParaRPr kumimoji="1" lang="ja-JP" altLang="en-US" sz="2400" dirty="0"/>
          </a:p>
        </p:txBody>
      </p:sp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C566CDFD-892D-0687-1B47-334653BC37F9}"/>
              </a:ext>
            </a:extLst>
          </p:cNvPr>
          <p:cNvCxnSpPr/>
          <p:nvPr/>
        </p:nvCxnSpPr>
        <p:spPr>
          <a:xfrm>
            <a:off x="563336" y="2343149"/>
            <a:ext cx="111034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6E28AEEC-35D0-529B-D069-C6094C1D8EF6}"/>
              </a:ext>
            </a:extLst>
          </p:cNvPr>
          <p:cNvCxnSpPr/>
          <p:nvPr/>
        </p:nvCxnSpPr>
        <p:spPr>
          <a:xfrm>
            <a:off x="618042" y="4204606"/>
            <a:ext cx="1110342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89633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</TotalTime>
  <Words>58</Words>
  <Application>Microsoft Office PowerPoint</Application>
  <PresentationFormat>ワイド画面</PresentationFormat>
  <Paragraphs>19</Paragraphs>
  <Slides>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</vt:i4>
      </vt:variant>
    </vt:vector>
  </HeadingPairs>
  <TitlesOfParts>
    <vt:vector size="7" baseType="lpstr">
      <vt:lpstr>游ゴシック</vt:lpstr>
      <vt:lpstr>游ゴシック Light</vt:lpstr>
      <vt:lpstr>ADLaM Display</vt:lpstr>
      <vt:lpstr>Arial</vt:lpstr>
      <vt:lpstr>Office テーマ</vt:lpstr>
      <vt:lpstr>PowerPoint プレゼンテーション</vt:lpstr>
      <vt:lpstr>PowerPoint プレゼンテーション</vt:lpstr>
    </vt:vector>
  </TitlesOfParts>
  <Company>SCMCC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越智 統</dc:creator>
  <cp:lastModifiedBy>越智 統</cp:lastModifiedBy>
  <cp:revision>1</cp:revision>
  <dcterms:created xsi:type="dcterms:W3CDTF">2026-03-08T04:29:25Z</dcterms:created>
  <dcterms:modified xsi:type="dcterms:W3CDTF">2026-03-13T04:20:37Z</dcterms:modified>
</cp:coreProperties>
</file>