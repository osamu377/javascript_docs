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C4C5A-1F8C-4C7C-9AFC-380797C29894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250B6B-1A29-4028-9D9F-02BB49CE41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3793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250B6B-1A29-4028-9D9F-02BB49CE410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2043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413675-32A1-7ED2-CE3A-775A3DDE2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AD95EA4-D343-2532-5B3D-9D3887B285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CFAA39-7A60-AD56-8A36-6D9A81CAF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F7BC6-0DD9-432D-832E-B572781F5BB3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2E8529-B6C2-6C50-C2E4-CF7550C30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5DBA8A-CE93-E5C6-466B-F79CB08E0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1E776-DCE9-4728-8034-60918A5A56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8758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F39B67-9F8E-C60B-AC17-B7E7E9DAA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317254-2182-FA41-FA4D-A62435C7C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DC4E90-B7C4-67D4-FF21-BFD3F20D3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F7BC6-0DD9-432D-832E-B572781F5BB3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8B4428-23B3-335D-63A3-829400DE3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B5B15F-AB49-CC49-253B-2809CC8CE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1E776-DCE9-4728-8034-60918A5A56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1630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452658-500F-3E1B-C223-F5724B37D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7BB7B1A-4733-AE4D-094F-7F34533BE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1EB97F-068F-713F-61FF-3DE16C635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F7BC6-0DD9-432D-832E-B572781F5BB3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A24D98-15FE-4AA8-7696-217CE4D5E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6BACE1-B39E-EC0F-E469-23257734E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1E776-DCE9-4728-8034-60918A5A56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9182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A728C7-0201-B781-6299-D8CDA436F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954D349-41EA-A74A-1F51-12FC71763B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086E4EA-8433-5173-8426-2CECEC46C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8F9E456-A73D-43CE-90F4-97AD44B5A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F7BC6-0DD9-432D-832E-B572781F5BB3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0F413B6-FE37-CBB2-8DF9-71B9F2F48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DB4571D-0276-A85B-E3E5-3D61A1CD4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1E776-DCE9-4728-8034-60918A5A56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0472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1AF18A-5018-48BC-F44F-791DB1569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0745B05-4940-DF89-2601-29CEC70D7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AA850F4-F568-AAE5-DC61-7F54265E2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AA4C6AD-552B-77D3-00BC-224EE694CC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2073E4B-7503-D80E-F090-C6D9FB3C8A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F7B3B49-1082-D925-778E-B3A29B868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F7BC6-0DD9-432D-832E-B572781F5BB3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73CB402-B701-4466-C021-C73584232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A536A07-CD4E-3405-4AC3-DB321DB47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1E776-DCE9-4728-8034-60918A5A56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6876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01EF2C-F674-2DE4-C3E4-D137AD9E5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1F29484-EDFD-9280-24DE-50D7DE5DE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F7BC6-0DD9-432D-832E-B572781F5BB3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F871A89-74C1-5AEA-9372-8BC4A5A55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47578DA-64D3-0519-93C8-2B04C46AD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1E776-DCE9-4728-8034-60918A5A56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5441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4E81055-B43E-5B22-FB1D-A9486C179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F7BC6-0DD9-432D-832E-B572781F5BB3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D552F34-045B-75CC-27AC-047352355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90198DD-C39C-B6B3-87FC-E4016BE94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1E776-DCE9-4728-8034-60918A5A56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2317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F583FC-9960-26D0-F36F-D78B9FC85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200CC3-2FCE-5BB6-2E79-772EB1174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E79DB7D-EA51-00C4-2056-C74E1B50C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E0FF264-69F2-EB31-CE9E-D568D0811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F7BC6-0DD9-432D-832E-B572781F5BB3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60D1EAE-6D3D-92ED-1F0F-98FD11F80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A70C75D-613F-939F-694E-8E775CFF0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1E776-DCE9-4728-8034-60918A5A56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0430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216908-621C-A86F-A5F6-8AEB69E26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3C41C1D-6E52-29F7-1DF3-40F3B7A973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6813213-F9DB-84F1-F240-2D7B807AA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93CE24-78B2-B78E-96E4-4CF4325FE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F7BC6-0DD9-432D-832E-B572781F5BB3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7DEE1CD-0B9D-97C6-E56A-0B32335C8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5C790E6-082A-39F7-F271-FD37983C7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1E776-DCE9-4728-8034-60918A5A56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7097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C648BB-C715-4E19-6313-A95D12D6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9566128-09A9-3BCB-7308-217D5B6AE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CF957-3261-EE0A-2EBC-DFF0D39A3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F7BC6-0DD9-432D-832E-B572781F5BB3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FFE104-D91D-45BE-05AB-5F13B4792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E5A36C-5BC2-4F16-7BAE-ACD6BF406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1E776-DCE9-4728-8034-60918A5A56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9568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81DD6EB-140B-342F-EE7D-A2A2367C26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B05F922-5D0B-9C97-E075-13C75FC71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5A7C68-BA7E-13EA-AE51-B98C4A850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F7BC6-0DD9-432D-832E-B572781F5BB3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E748E7-0886-C324-F937-0C512BEA0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74E4E0-CE46-27CD-25E3-C268B8FC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1E776-DCE9-4728-8034-60918A5A56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0142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300EA07-5450-CC12-7702-2A53A8F7D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5C0AB9-AAA5-3C60-BF34-893A5C837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4C1559-DB4C-B74B-27D4-793F833FD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6F7BC6-0DD9-432D-832E-B572781F5BB3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3929C6-6D02-5136-E771-B0AE97E20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B0D63A-D7C4-68D8-71B8-8D03995C7F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1E776-DCE9-4728-8034-60918A5A56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0276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ゲームのキャラクター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2DB4377C-835F-E3EB-3F15-71F2E56DF2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96" y="528637"/>
            <a:ext cx="2019015" cy="1692049"/>
          </a:xfrm>
          <a:prstGeom prst="rect">
            <a:avLst/>
          </a:prstGeom>
        </p:spPr>
      </p:pic>
      <p:pic>
        <p:nvPicPr>
          <p:cNvPr id="7" name="図 6" descr="光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0DFC5AF-AF01-62E0-289A-2DDBC49B18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712" y="2343149"/>
            <a:ext cx="1642182" cy="1861457"/>
          </a:xfrm>
          <a:prstGeom prst="rect">
            <a:avLst/>
          </a:prstGeom>
        </p:spPr>
      </p:pic>
      <p:pic>
        <p:nvPicPr>
          <p:cNvPr id="9" name="図 8" descr="光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0C7A209-C3E0-96CC-5F23-A533207907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20" y="4204606"/>
            <a:ext cx="1762965" cy="2179864"/>
          </a:xfrm>
          <a:prstGeom prst="rect">
            <a:avLst/>
          </a:prstGeom>
        </p:spPr>
      </p:pic>
      <p:sp>
        <p:nvSpPr>
          <p:cNvPr id="10" name="吹き出し: 円形 9">
            <a:extLst>
              <a:ext uri="{FF2B5EF4-FFF2-40B4-BE49-F238E27FC236}">
                <a16:creationId xmlns:a16="http://schemas.microsoft.com/office/drawing/2014/main" id="{E723223C-6F08-91E4-A723-03392F1661D4}"/>
              </a:ext>
            </a:extLst>
          </p:cNvPr>
          <p:cNvSpPr/>
          <p:nvPr/>
        </p:nvSpPr>
        <p:spPr>
          <a:xfrm>
            <a:off x="783774" y="528637"/>
            <a:ext cx="979714" cy="589870"/>
          </a:xfrm>
          <a:prstGeom prst="wedgeEllipseCallout">
            <a:avLst>
              <a:gd name="adj1" fmla="val -9166"/>
              <a:gd name="adj2" fmla="val 5834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ON</a:t>
            </a:r>
            <a:endParaRPr kumimoji="1" lang="ja-JP" altLang="en-US" dirty="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E3189D3-7BFD-5D37-F07F-879E06B739DB}"/>
              </a:ext>
            </a:extLst>
          </p:cNvPr>
          <p:cNvSpPr txBox="1"/>
          <p:nvPr/>
        </p:nvSpPr>
        <p:spPr>
          <a:xfrm>
            <a:off x="3282707" y="1118507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誰かスイッチを押した</a:t>
            </a:r>
            <a:endParaRPr kumimoji="1" lang="ja-JP" altLang="en-US" sz="24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CA2DB1D-3C7E-8BA3-C58D-55E7C11D0AB0}"/>
              </a:ext>
            </a:extLst>
          </p:cNvPr>
          <p:cNvSpPr txBox="1"/>
          <p:nvPr/>
        </p:nvSpPr>
        <p:spPr>
          <a:xfrm>
            <a:off x="3282707" y="2979963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壁の電球に連絡しよう</a:t>
            </a:r>
            <a:endParaRPr kumimoji="1" lang="ja-JP" altLang="en-US" sz="24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E1878E4-7B87-8C0F-A13D-2CCAAFC07C24}"/>
              </a:ext>
            </a:extLst>
          </p:cNvPr>
          <p:cNvSpPr txBox="1"/>
          <p:nvPr/>
        </p:nvSpPr>
        <p:spPr>
          <a:xfrm>
            <a:off x="3590484" y="4980212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明かりがついた！</a:t>
            </a:r>
            <a:endParaRPr kumimoji="1" lang="ja-JP" altLang="en-US" sz="24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57A1AF4-6D1E-0D5A-D547-4413FE1536F3}"/>
              </a:ext>
            </a:extLst>
          </p:cNvPr>
          <p:cNvSpPr txBox="1"/>
          <p:nvPr/>
        </p:nvSpPr>
        <p:spPr>
          <a:xfrm>
            <a:off x="7756738" y="1118506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イベントが起きた</a:t>
            </a:r>
            <a:endParaRPr kumimoji="1" lang="ja-JP" altLang="en-US" sz="24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3B0985A-2239-50A3-1DB2-E3D0CA54E1C8}"/>
              </a:ext>
            </a:extLst>
          </p:cNvPr>
          <p:cNvSpPr txBox="1"/>
          <p:nvPr/>
        </p:nvSpPr>
        <p:spPr>
          <a:xfrm>
            <a:off x="7448961" y="2862386"/>
            <a:ext cx="3262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/>
              <a:t>オブジェクトを選んで</a:t>
            </a:r>
            <a:endParaRPr kumimoji="1" lang="en-US" altLang="ja-JP" sz="2400" dirty="0"/>
          </a:p>
          <a:p>
            <a:pPr algn="ctr"/>
            <a:r>
              <a:rPr kumimoji="1" lang="ja-JP" altLang="en-US" sz="2400" dirty="0"/>
              <a:t>命令する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37DEF4B-D2A0-B11B-6A26-9B4D5512480F}"/>
              </a:ext>
            </a:extLst>
          </p:cNvPr>
          <p:cNvSpPr txBox="1"/>
          <p:nvPr/>
        </p:nvSpPr>
        <p:spPr>
          <a:xfrm>
            <a:off x="7756738" y="4837760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プログラムが動く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B0B4EB8E-4528-891F-9DDB-6A616D08576B}"/>
              </a:ext>
            </a:extLst>
          </p:cNvPr>
          <p:cNvCxnSpPr/>
          <p:nvPr/>
        </p:nvCxnSpPr>
        <p:spPr>
          <a:xfrm>
            <a:off x="563336" y="2343149"/>
            <a:ext cx="111034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8820C2D-76E3-D3B4-D5D9-E4342D6EEB13}"/>
              </a:ext>
            </a:extLst>
          </p:cNvPr>
          <p:cNvCxnSpPr/>
          <p:nvPr/>
        </p:nvCxnSpPr>
        <p:spPr>
          <a:xfrm>
            <a:off x="618042" y="4204606"/>
            <a:ext cx="111034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8264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28</Words>
  <Application>Microsoft Office PowerPoint</Application>
  <PresentationFormat>ワイド画面</PresentationFormat>
  <Paragraphs>9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ADLaM Display</vt:lpstr>
      <vt:lpstr>Arial</vt:lpstr>
      <vt:lpstr>Office テーマ</vt:lpstr>
      <vt:lpstr>PowerPoint プレゼンテーション</vt:lpstr>
    </vt:vector>
  </TitlesOfParts>
  <Company>SCMCC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越智 統</dc:creator>
  <cp:lastModifiedBy>越智 統</cp:lastModifiedBy>
  <cp:revision>1</cp:revision>
  <dcterms:created xsi:type="dcterms:W3CDTF">2026-03-08T04:29:25Z</dcterms:created>
  <dcterms:modified xsi:type="dcterms:W3CDTF">2026-03-08T04:41:20Z</dcterms:modified>
</cp:coreProperties>
</file>