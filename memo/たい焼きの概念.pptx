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72249D-AA83-48FF-BB9A-91D9395ED96F}" v="1" dt="2026-03-07T13:34:05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AA72249D-AA83-48FF-BB9A-91D9395ED96F}"/>
    <pc:docChg chg="modSld">
      <pc:chgData name="越智 統" userId="2de33d77-a65a-42d1-92e2-b40da65bb07e" providerId="ADAL" clId="{AA72249D-AA83-48FF-BB9A-91D9395ED96F}" dt="2026-03-07T13:39:44.995" v="35" actId="1076"/>
      <pc:docMkLst>
        <pc:docMk/>
      </pc:docMkLst>
      <pc:sldChg chg="addSp modSp mod">
        <pc:chgData name="越智 統" userId="2de33d77-a65a-42d1-92e2-b40da65bb07e" providerId="ADAL" clId="{AA72249D-AA83-48FF-BB9A-91D9395ED96F}" dt="2026-03-07T13:39:44.995" v="35" actId="1076"/>
        <pc:sldMkLst>
          <pc:docMk/>
          <pc:sldMk cId="4196847577" sldId="256"/>
        </pc:sldMkLst>
        <pc:spChg chg="mod">
          <ac:chgData name="越智 統" userId="2de33d77-a65a-42d1-92e2-b40da65bb07e" providerId="ADAL" clId="{AA72249D-AA83-48FF-BB9A-91D9395ED96F}" dt="2026-03-07T13:39:23.344" v="31" actId="255"/>
          <ac:spMkLst>
            <pc:docMk/>
            <pc:sldMk cId="4196847577" sldId="256"/>
            <ac:spMk id="9" creationId="{E45D74F9-6DAD-0190-B0AC-FD4E7459716F}"/>
          </ac:spMkLst>
        </pc:spChg>
        <pc:spChg chg="add mod">
          <ac:chgData name="越智 統" userId="2de33d77-a65a-42d1-92e2-b40da65bb07e" providerId="ADAL" clId="{AA72249D-AA83-48FF-BB9A-91D9395ED96F}" dt="2026-03-07T13:39:44.995" v="35" actId="1076"/>
          <ac:spMkLst>
            <pc:docMk/>
            <pc:sldMk cId="4196847577" sldId="256"/>
            <ac:spMk id="10" creationId="{9852A55A-E3D0-AD55-3136-4CF5AACA59E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2F9327-CD70-F74A-C19E-97C1DE487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59679B9-CD50-2F31-B54F-CE99A8DB6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E8DEBA-CFC5-C5DF-1310-027EF2C4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78378-627A-472F-AA42-A926EB751522}" type="datetimeFigureOut">
              <a:rPr kumimoji="1" lang="ja-JP" altLang="en-US" smtClean="0"/>
              <a:t>2026/3/7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093E09-E104-1F13-A76F-7E1091B10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BF1FB5-4C82-DBBB-5D60-6DB63DBD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063-FBC7-4535-B2EC-78750D1DA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4667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89BA3C-FA15-A9D5-57CF-491A6063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8B51FD-4F0A-CAF9-0239-E53501532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1584E8-E8A8-5184-D3F0-47DBCA63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78378-627A-472F-AA42-A926EB751522}" type="datetimeFigureOut">
              <a:rPr kumimoji="1" lang="ja-JP" altLang="en-US" smtClean="0"/>
              <a:t>2026/3/7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56412E-3E52-CF3B-AA1D-6EA7A758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34701D-D55D-2B10-826D-F7A97E4D4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063-FBC7-4535-B2EC-78750D1DA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9651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48B2A3-8CE5-4EAE-A0A4-D86C064F6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B1FA8B-9901-9064-BBC5-7DAA37DC6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300792-8326-BD1D-1BF2-561C353C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78378-627A-472F-AA42-A926EB751522}" type="datetimeFigureOut">
              <a:rPr kumimoji="1" lang="ja-JP" altLang="en-US" smtClean="0"/>
              <a:t>2026/3/7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9B3FAB-3BCE-4970-0EBA-3830C008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5E7529-D131-199D-95A4-BBE086AA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063-FBC7-4535-B2EC-78750D1DA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251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C97AC1-FD5B-E490-41AF-B92B1772A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036E07-F814-109D-58AC-65D77DA0C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C95C36-C204-6277-B696-98395DEFD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5BE548-066B-E165-9628-15DA24348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78378-627A-472F-AA42-A926EB751522}" type="datetimeFigureOut">
              <a:rPr kumimoji="1" lang="ja-JP" altLang="en-US" smtClean="0"/>
              <a:t>2026/3/7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689C69-392F-02EA-40CD-BC2303449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B17542-41EF-2485-0B7A-06FB2001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063-FBC7-4535-B2EC-78750D1DA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290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0AB025-3847-ECFB-83D7-D15F0D65A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C83EB6-2EE9-129C-54AD-C7A59800A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F58C23-2485-A48E-6E5F-87D229747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881AB42-9E48-1016-6022-AD4E7BB11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B7E8575-4CD4-02A6-755E-3449826771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90BD4F1-2D00-9807-9E02-ECF26F6C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78378-627A-472F-AA42-A926EB751522}" type="datetimeFigureOut">
              <a:rPr kumimoji="1" lang="ja-JP" altLang="en-US" smtClean="0"/>
              <a:t>2026/3/7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A4E5D84-6310-1B9E-6089-D81F8C6B5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E2DC8BC-8D5E-640B-F7E3-4E6C223DF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063-FBC7-4535-B2EC-78750D1DA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655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1A0BF2-8562-3076-2552-239AC08E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A0F7DC-5048-228D-EA14-326AD4BD6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78378-627A-472F-AA42-A926EB751522}" type="datetimeFigureOut">
              <a:rPr kumimoji="1" lang="ja-JP" altLang="en-US" smtClean="0"/>
              <a:t>2026/3/7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8FB9936-CACF-D96E-A7AF-65E5D775E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3B4D70E-7BCA-B275-2629-251EF050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063-FBC7-4535-B2EC-78750D1DA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574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9817B4-9CD5-0FF0-89B3-056610BEF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78378-627A-472F-AA42-A926EB751522}" type="datetimeFigureOut">
              <a:rPr kumimoji="1" lang="ja-JP" altLang="en-US" smtClean="0"/>
              <a:t>2026/3/7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0F338C3-B4D4-D773-1570-47FE5BF6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947209-F8B6-1EB7-79C2-CBC98A01F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063-FBC7-4535-B2EC-78750D1DA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340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638736-3A00-4AB0-13F0-8FB61698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103730-FBC3-6CF9-BDF7-8062FDBD4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40C4DBE-A569-EAD5-7F7A-ADD192450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99F0AA-A5C0-20FC-FA4C-2703A6224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78378-627A-472F-AA42-A926EB751522}" type="datetimeFigureOut">
              <a:rPr kumimoji="1" lang="ja-JP" altLang="en-US" smtClean="0"/>
              <a:t>2026/3/7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11F5D4-5102-655C-B1E9-6B3048533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33A504-80E2-BFAB-2AD2-957A0E403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063-FBC7-4535-B2EC-78750D1DA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6867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F46F01-69FD-C8AB-5669-A65065DD6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B917F69-7EAF-0B66-87E7-41B5690F67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B091EB-6598-5325-91D0-AE412E813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61001E-DE2E-39C2-2CED-77639EAAD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78378-627A-472F-AA42-A926EB751522}" type="datetimeFigureOut">
              <a:rPr kumimoji="1" lang="ja-JP" altLang="en-US" smtClean="0"/>
              <a:t>2026/3/7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CE4182-A892-36FE-8B79-7CCE36110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CEAF39-D3E2-C764-2A43-CF7C9B43C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063-FBC7-4535-B2EC-78750D1DA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2932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96D7D3-28EF-D5FC-7B2E-1D20A104E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DC8C3FE-3FB5-E39F-560E-5B77F8D00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DAF614-72A0-54B7-E2BA-36ED59997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78378-627A-472F-AA42-A926EB751522}" type="datetimeFigureOut">
              <a:rPr kumimoji="1" lang="ja-JP" altLang="en-US" smtClean="0"/>
              <a:t>2026/3/7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084E6D-92EE-D67D-8028-8CA23018B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A25309-5598-B233-B73F-E625919A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063-FBC7-4535-B2EC-78750D1DA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855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6AD8C37-CE12-46BB-7247-71453BB0B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466F98B-39B5-DEF7-2B78-7927D0586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9353D7-A908-17AC-B471-B664C045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78378-627A-472F-AA42-A926EB751522}" type="datetimeFigureOut">
              <a:rPr kumimoji="1" lang="ja-JP" altLang="en-US" smtClean="0"/>
              <a:t>2026/3/7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0720AA-C281-BDC4-082B-E4943107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0D2B8C-A5FE-831A-1CA4-D5F25DD6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0063-FBC7-4535-B2EC-78750D1DA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091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C811162-EAEC-CBD2-29BB-27EA14BCE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FFE23B-7DD8-DCA9-4883-8FBED5BB5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8736D4-CE13-BA23-D710-EBDB95672C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78378-627A-472F-AA42-A926EB751522}" type="datetimeFigureOut">
              <a:rPr kumimoji="1" lang="ja-JP" altLang="en-US" smtClean="0"/>
              <a:t>2026/3/7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E308AD-B391-A022-C65A-1F0DED53E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53D929-7BE9-4BF4-F5DB-420461D10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D0063-FBC7-4535-B2EC-78750D1DAC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769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動物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87F12C7-E6FA-C285-436A-BFF560672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181" y="632470"/>
            <a:ext cx="2656796" cy="1936558"/>
          </a:xfrm>
          <a:prstGeom prst="rect">
            <a:avLst/>
          </a:prstGeom>
        </p:spPr>
      </p:pic>
      <p:pic>
        <p:nvPicPr>
          <p:cNvPr id="1026" name="Picture 2" descr="アリストテレスの似顔絵イラスト">
            <a:extLst>
              <a:ext uri="{FF2B5EF4-FFF2-40B4-BE49-F238E27FC236}">
                <a16:creationId xmlns:a16="http://schemas.microsoft.com/office/drawing/2014/main" id="{0532E6D3-36B5-B068-AD4E-785E70608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608" y="2569028"/>
            <a:ext cx="32004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思考の吹き出し: 雲形 7">
            <a:extLst>
              <a:ext uri="{FF2B5EF4-FFF2-40B4-BE49-F238E27FC236}">
                <a16:creationId xmlns:a16="http://schemas.microsoft.com/office/drawing/2014/main" id="{4B0B4290-6294-A99A-513D-2FF179383ABC}"/>
              </a:ext>
            </a:extLst>
          </p:cNvPr>
          <p:cNvSpPr/>
          <p:nvPr/>
        </p:nvSpPr>
        <p:spPr>
          <a:xfrm>
            <a:off x="3899808" y="403124"/>
            <a:ext cx="4615542" cy="2625826"/>
          </a:xfrm>
          <a:prstGeom prst="cloudCallou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45D74F9-6DAD-0190-B0AC-FD4E7459716F}"/>
              </a:ext>
            </a:extLst>
          </p:cNvPr>
          <p:cNvSpPr txBox="1"/>
          <p:nvPr/>
        </p:nvSpPr>
        <p:spPr>
          <a:xfrm>
            <a:off x="5307332" y="4041321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たい焼きの概念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52A55A-E3D0-AD55-3136-4CF5AACA59E8}"/>
              </a:ext>
            </a:extLst>
          </p:cNvPr>
          <p:cNvSpPr txBox="1"/>
          <p:nvPr/>
        </p:nvSpPr>
        <p:spPr>
          <a:xfrm>
            <a:off x="7384865" y="3887432"/>
            <a:ext cx="1432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がいねん</a:t>
            </a:r>
          </a:p>
        </p:txBody>
      </p:sp>
    </p:spTree>
    <p:extLst>
      <p:ext uri="{BB962C8B-B14F-4D97-AF65-F5344CB8AC3E}">
        <p14:creationId xmlns:p14="http://schemas.microsoft.com/office/powerpoint/2010/main" val="4196847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2026-03-07T13:27:12Z</dcterms:created>
  <dcterms:modified xsi:type="dcterms:W3CDTF">2026-03-07T13:39:54Z</dcterms:modified>
</cp:coreProperties>
</file>