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BE7015-A46C-F903-6946-BF5CD9F49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535F7CD-05A2-F91E-677B-961FE302B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C7F0AD-D175-7262-2C10-F96FB21D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3BD5ED-18E4-BAC2-D55B-C7EBD79C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594D55-9F20-0E3D-35D2-DD3BBF57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70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BCED2-1429-0AA5-1C1A-D27DE190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46245F-67D9-9B72-7550-224E2B2BD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D3EB17-35A6-1FA7-642A-11320FB36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930AC5-83FC-92CE-24E5-8BC93C7B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F81342-9EF3-86C7-F15A-C42E68EC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7008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5288C-E297-C57C-D00D-E66072E26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964393-244F-491B-6A6F-CEDD15C0F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C97FDF-51ED-AE38-8779-703198AB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00BA3E-B01D-500E-5992-A2D98ADE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F48BF1-5114-8651-0EE3-A353B5C3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82B56F-16D2-2628-E845-5F8538C9F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AD3724-0A81-6AC2-C6A1-63550714A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C9E08D-D6E6-4D50-DE25-479C443DE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70895B-C07B-3AE0-E4E6-75D9EEAC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46527C-DDA1-0157-167F-7783ED36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8D3788-8760-8CA1-B1C9-1001305E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216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BF6CF-72BC-C00A-4BB8-78652C3F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7D1C3-8B1D-4397-FF91-5A3B4F869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C7DBA4-AD64-3661-F285-14078F544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DBB5C3-AD74-EE21-6DF0-08DC2199E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C9B5070-FA3C-00AA-9AD7-BC953A25EB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E63DD05-C8FA-5C58-DD85-DE7CCDD2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BEC2749-32A4-DFE3-07D6-59087FA9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B0DE97-D011-B3B5-84B2-B23FAEF2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78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718972-474C-3651-4F3F-AC0C189C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EA58EA-F4A0-68F8-EC2F-EF952BE6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441E1C-898B-D530-BE89-D9ED4348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3D916C-B3DD-16FE-EAF7-F8ED113D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92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3BA4BAE-2E7B-E2E8-B926-EDCE0331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F6B2A2-07AD-D833-9E7A-8EE7B2CD1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417F0A-B0D1-B76E-BABD-130FAD54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56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E7F99-B53D-A255-37B2-EB1F2BFA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7115A1-9F6F-8DE8-289E-7A8FCD18A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F4B6B0-7107-30E9-76E5-744A6574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6BC710-D0E9-311E-95C0-934989B0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5D72EF-92E0-1A43-CB67-F5B329D7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046F13-2090-35B0-C8CB-76A077C9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42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D4CFF2-8E57-AA68-C318-F9AE2C02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15F28CC-EDFB-B428-9D42-806570C9A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FB90F1-6813-8864-C8CB-E09F8E33F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6D8669-DFE0-CA32-539E-731497CC6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97D27F-0E77-7DEB-3D7A-A718A5CD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0D36DF-0359-D3A7-0107-C4716DC8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2CE1A7-FD3D-BC08-C10D-D39D0FFE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A4CE87-39B6-3C7D-7B13-469CFF07F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4B843-1E76-5B55-8269-3D4A8EB2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7F2324-5658-FFD4-FF7A-84C81EAE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A4F3B-FA51-3F36-DF2E-29DFAA39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967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35011E1-83B6-698C-072A-F9B307D2F2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0A843A-EE60-4C0C-3CF2-EB7F4E5CA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B84D1F-DF63-B6A6-2950-B83CC3A0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AE2518-D43D-F11D-373E-B90B9003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6A432-DFCD-91D4-B762-9828870D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38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7788237-844D-DD24-2646-ACD2EF06B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D42BAF-1761-9D4E-EFB5-8A38EC5F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C164F6-FBED-FF10-AEC6-DFEB74C92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807AE-4CCF-4454-8580-C2BD5F26B0B8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B9929A-B2FA-C653-1557-75AB384502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53A112-648F-679B-38D3-3043595230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23B26-7116-40D3-AADC-9B7C90F5D2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46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おもちゃ, レゴ, 食品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3C1F059-80A0-B410-7314-AF034D79B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571625"/>
            <a:ext cx="38100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55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吹き出し: 円形 3">
            <a:extLst>
              <a:ext uri="{FF2B5EF4-FFF2-40B4-BE49-F238E27FC236}">
                <a16:creationId xmlns:a16="http://schemas.microsoft.com/office/drawing/2014/main" id="{1BE1DD8A-F7F3-357C-885A-EE33A81FBD8F}"/>
              </a:ext>
            </a:extLst>
          </p:cNvPr>
          <p:cNvSpPr/>
          <p:nvPr/>
        </p:nvSpPr>
        <p:spPr>
          <a:xfrm>
            <a:off x="1657350" y="1420586"/>
            <a:ext cx="2759529" cy="1575707"/>
          </a:xfrm>
          <a:prstGeom prst="wedgeEllipseCallout">
            <a:avLst>
              <a:gd name="adj1" fmla="val -84443"/>
              <a:gd name="adj2" fmla="val -742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あの壁、赤く塗って</a:t>
            </a:r>
            <a:r>
              <a:rPr kumimoji="1" lang="en-US" altLang="ja-JP" dirty="0"/>
              <a:t>!</a:t>
            </a:r>
            <a:endParaRPr kumimoji="1" lang="ja-JP" altLang="en-US" dirty="0"/>
          </a:p>
        </p:txBody>
      </p:sp>
      <p:pic>
        <p:nvPicPr>
          <p:cNvPr id="6" name="図 5" descr="ゲームのキャラクタ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E3F0759-D129-9ECE-B810-BA3618CBF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1228725"/>
            <a:ext cx="2381250" cy="4286250"/>
          </a:xfrm>
          <a:prstGeom prst="rect">
            <a:avLst/>
          </a:prstGeom>
        </p:spPr>
      </p:pic>
      <p:sp>
        <p:nvSpPr>
          <p:cNvPr id="7" name="吹き出し: 円形 6">
            <a:extLst>
              <a:ext uri="{FF2B5EF4-FFF2-40B4-BE49-F238E27FC236}">
                <a16:creationId xmlns:a16="http://schemas.microsoft.com/office/drawing/2014/main" id="{B064DF4E-96BB-1840-DAC0-2E6906884E63}"/>
              </a:ext>
            </a:extLst>
          </p:cNvPr>
          <p:cNvSpPr/>
          <p:nvPr/>
        </p:nvSpPr>
        <p:spPr>
          <a:xfrm>
            <a:off x="1809750" y="3861707"/>
            <a:ext cx="2759529" cy="1575707"/>
          </a:xfrm>
          <a:prstGeom prst="wedgeEllipseCallout">
            <a:avLst>
              <a:gd name="adj1" fmla="val -80893"/>
              <a:gd name="adj2" fmla="val 85298"/>
            </a:avLst>
          </a:prstGeom>
          <a:ln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この書類、しばらく あずかって</a:t>
            </a:r>
            <a:r>
              <a:rPr kumimoji="1" lang="en-US" altLang="ja-JP" dirty="0"/>
              <a:t>!</a:t>
            </a:r>
            <a:endParaRPr kumimoji="1" lang="ja-JP" altLang="en-US" dirty="0"/>
          </a:p>
        </p:txBody>
      </p:sp>
      <p:sp>
        <p:nvSpPr>
          <p:cNvPr id="9" name="吹き出し: 円形 8">
            <a:extLst>
              <a:ext uri="{FF2B5EF4-FFF2-40B4-BE49-F238E27FC236}">
                <a16:creationId xmlns:a16="http://schemas.microsoft.com/office/drawing/2014/main" id="{1EF20817-1E5F-AE21-34D8-118D51251932}"/>
              </a:ext>
            </a:extLst>
          </p:cNvPr>
          <p:cNvSpPr/>
          <p:nvPr/>
        </p:nvSpPr>
        <p:spPr>
          <a:xfrm>
            <a:off x="7622721" y="4520293"/>
            <a:ext cx="2759529" cy="1575707"/>
          </a:xfrm>
          <a:prstGeom prst="wedgeEllipseCallout">
            <a:avLst>
              <a:gd name="adj1" fmla="val 54906"/>
              <a:gd name="adj2" fmla="val 7959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この部品、工場に持っていって</a:t>
            </a:r>
            <a:r>
              <a:rPr kumimoji="1" lang="en-US" altLang="ja-JP" dirty="0"/>
              <a:t>!</a:t>
            </a:r>
            <a:endParaRPr kumimoji="1" lang="ja-JP" altLang="en-US" dirty="0"/>
          </a:p>
        </p:txBody>
      </p:sp>
      <p:sp>
        <p:nvSpPr>
          <p:cNvPr id="10" name="思考の吹き出し: 雲形 9">
            <a:extLst>
              <a:ext uri="{FF2B5EF4-FFF2-40B4-BE49-F238E27FC236}">
                <a16:creationId xmlns:a16="http://schemas.microsoft.com/office/drawing/2014/main" id="{D98C922A-5DBF-A790-6027-DC957BD33DCA}"/>
              </a:ext>
            </a:extLst>
          </p:cNvPr>
          <p:cNvSpPr/>
          <p:nvPr/>
        </p:nvSpPr>
        <p:spPr>
          <a:xfrm>
            <a:off x="7622721" y="947058"/>
            <a:ext cx="4182836" cy="2637063"/>
          </a:xfrm>
          <a:prstGeom prst="cloudCallout">
            <a:avLst>
              <a:gd name="adj1" fmla="val -70518"/>
              <a:gd name="adj2" fmla="val -189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私はオブジェクト</a:t>
            </a:r>
            <a:r>
              <a:rPr lang="ja-JP" altLang="en-US" dirty="0"/>
              <a:t>です。</a:t>
            </a:r>
            <a:endParaRPr lang="en-US" altLang="ja-JP" dirty="0"/>
          </a:p>
          <a:p>
            <a:pPr algn="ctr"/>
            <a:r>
              <a:rPr kumimoji="1" lang="ja-JP" altLang="en-US" dirty="0"/>
              <a:t>仕事の依頼、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受けますよ！</a:t>
            </a:r>
          </a:p>
        </p:txBody>
      </p:sp>
    </p:spTree>
    <p:extLst>
      <p:ext uri="{BB962C8B-B14F-4D97-AF65-F5344CB8AC3E}">
        <p14:creationId xmlns:p14="http://schemas.microsoft.com/office/powerpoint/2010/main" val="393834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おもちゃ, 人形, 立つ, 衣類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7324BBA-5560-D672-0B4C-F557120C6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307" y="1632176"/>
            <a:ext cx="7620000" cy="5095875"/>
          </a:xfrm>
          <a:prstGeom prst="rect">
            <a:avLst/>
          </a:prstGeom>
        </p:spPr>
      </p:pic>
      <p:sp>
        <p:nvSpPr>
          <p:cNvPr id="4" name="吹き出し: 円形 3">
            <a:extLst>
              <a:ext uri="{FF2B5EF4-FFF2-40B4-BE49-F238E27FC236}">
                <a16:creationId xmlns:a16="http://schemas.microsoft.com/office/drawing/2014/main" id="{8275F3D8-9010-D80F-1954-7105F28688B7}"/>
              </a:ext>
            </a:extLst>
          </p:cNvPr>
          <p:cNvSpPr/>
          <p:nvPr/>
        </p:nvSpPr>
        <p:spPr>
          <a:xfrm>
            <a:off x="673331" y="1020537"/>
            <a:ext cx="3416976" cy="2408464"/>
          </a:xfrm>
          <a:prstGeom prst="wedgeEllipseCallout">
            <a:avLst>
              <a:gd name="adj1" fmla="val -62458"/>
              <a:gd name="adj2" fmla="val -510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えっと、この仕事、</a:t>
            </a:r>
            <a:endParaRPr lang="en-US" altLang="ja-JP" dirty="0"/>
          </a:p>
          <a:p>
            <a:pPr algn="ctr"/>
            <a:r>
              <a:rPr lang="ja-JP" altLang="en-US" dirty="0"/>
              <a:t>だれに頼（たの）めばいいんだっけ？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509F29-6011-3611-FEB8-2566DB3AEE35}"/>
              </a:ext>
            </a:extLst>
          </p:cNvPr>
          <p:cNvSpPr txBox="1"/>
          <p:nvPr/>
        </p:nvSpPr>
        <p:spPr>
          <a:xfrm>
            <a:off x="6884644" y="102691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オブジェクトたち</a:t>
            </a:r>
          </a:p>
        </p:txBody>
      </p:sp>
    </p:spTree>
    <p:extLst>
      <p:ext uri="{BB962C8B-B14F-4D97-AF65-F5344CB8AC3E}">
        <p14:creationId xmlns:p14="http://schemas.microsoft.com/office/powerpoint/2010/main" val="377006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51</Words>
  <Application>Microsoft Office PowerPoint</Application>
  <PresentationFormat>ワイド画面</PresentationFormat>
  <Paragraphs>9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2026-03-08T14:56:23Z</dcterms:created>
  <dcterms:modified xsi:type="dcterms:W3CDTF">2026-03-08T15:16:32Z</dcterms:modified>
</cp:coreProperties>
</file>