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7" r:id="rId8"/>
    <p:sldId id="265" r:id="rId9"/>
    <p:sldId id="266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79B2D-7DAA-4C86-8084-B79059201CC0}" v="24" dt="2026-05-19T15:00:52.2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8E979B2D-7DAA-4C86-8084-B79059201CC0}"/>
    <pc:docChg chg="undo custSel addSld delSld modSld sldOrd">
      <pc:chgData name="越智 統" userId="2de33d77-a65a-42d1-92e2-b40da65bb07e" providerId="ADAL" clId="{8E979B2D-7DAA-4C86-8084-B79059201CC0}" dt="2026-05-19T15:05:10.918" v="1819" actId="20577"/>
      <pc:docMkLst>
        <pc:docMk/>
      </pc:docMkLst>
      <pc:sldChg chg="modSp mod">
        <pc:chgData name="越智 統" userId="2de33d77-a65a-42d1-92e2-b40da65bb07e" providerId="ADAL" clId="{8E979B2D-7DAA-4C86-8084-B79059201CC0}" dt="2026-05-19T05:11:42.176" v="565" actId="20577"/>
        <pc:sldMkLst>
          <pc:docMk/>
          <pc:sldMk cId="3556359203" sldId="256"/>
        </pc:sldMkLst>
        <pc:spChg chg="mod">
          <ac:chgData name="越智 統" userId="2de33d77-a65a-42d1-92e2-b40da65bb07e" providerId="ADAL" clId="{8E979B2D-7DAA-4C86-8084-B79059201CC0}" dt="2026-05-19T05:10:52.672" v="539" actId="20577"/>
          <ac:spMkLst>
            <pc:docMk/>
            <pc:sldMk cId="3556359203" sldId="256"/>
            <ac:spMk id="2" creationId="{C8FCB989-E8C1-12A0-DB93-834EDBA3175F}"/>
          </ac:spMkLst>
        </pc:spChg>
        <pc:spChg chg="mod">
          <ac:chgData name="越智 統" userId="2de33d77-a65a-42d1-92e2-b40da65bb07e" providerId="ADAL" clId="{8E979B2D-7DAA-4C86-8084-B79059201CC0}" dt="2026-05-19T05:11:42.176" v="565" actId="20577"/>
          <ac:spMkLst>
            <pc:docMk/>
            <pc:sldMk cId="3556359203" sldId="256"/>
            <ac:spMk id="3" creationId="{86A236F9-BCE3-163C-D73E-21F8C9EC6351}"/>
          </ac:spMkLst>
        </pc:spChg>
      </pc:sldChg>
      <pc:sldChg chg="addSp delSp modSp new del mod">
        <pc:chgData name="越智 統" userId="2de33d77-a65a-42d1-92e2-b40da65bb07e" providerId="ADAL" clId="{8E979B2D-7DAA-4C86-8084-B79059201CC0}" dt="2026-05-19T04:38:19.600" v="257" actId="2696"/>
        <pc:sldMkLst>
          <pc:docMk/>
          <pc:sldMk cId="1152272797" sldId="257"/>
        </pc:sldMkLst>
        <pc:spChg chg="add del mod">
          <ac:chgData name="越智 統" userId="2de33d77-a65a-42d1-92e2-b40da65bb07e" providerId="ADAL" clId="{8E979B2D-7DAA-4C86-8084-B79059201CC0}" dt="2026-05-19T04:34:23.723" v="72"/>
          <ac:spMkLst>
            <pc:docMk/>
            <pc:sldMk cId="1152272797" sldId="257"/>
            <ac:spMk id="6" creationId="{1C05F195-D17F-CA11-3BA4-B0DFD1399C84}"/>
          </ac:spMkLst>
        </pc:spChg>
        <pc:graphicFrameChg chg="add mod modGraphic">
          <ac:chgData name="越智 統" userId="2de33d77-a65a-42d1-92e2-b40da65bb07e" providerId="ADAL" clId="{8E979B2D-7DAA-4C86-8084-B79059201CC0}" dt="2026-05-19T04:34:14.347" v="70" actId="14100"/>
          <ac:graphicFrameMkLst>
            <pc:docMk/>
            <pc:sldMk cId="1152272797" sldId="257"/>
            <ac:graphicFrameMk id="7" creationId="{EC47A53A-3E05-1DB9-91C6-6708F9B36D92}"/>
          </ac:graphicFrameMkLst>
        </pc:graphicFrameChg>
        <pc:picChg chg="add del mod">
          <ac:chgData name="越智 統" userId="2de33d77-a65a-42d1-92e2-b40da65bb07e" providerId="ADAL" clId="{8E979B2D-7DAA-4C86-8084-B79059201CC0}" dt="2026-05-19T04:27:30.764" v="2" actId="478"/>
          <ac:picMkLst>
            <pc:docMk/>
            <pc:sldMk cId="1152272797" sldId="257"/>
            <ac:picMk id="3" creationId="{D5010158-63DC-3810-2875-7A96B3B78528}"/>
          </ac:picMkLst>
        </pc:picChg>
        <pc:picChg chg="add mod">
          <ac:chgData name="越智 統" userId="2de33d77-a65a-42d1-92e2-b40da65bb07e" providerId="ADAL" clId="{8E979B2D-7DAA-4C86-8084-B79059201CC0}" dt="2026-05-19T04:31:19.505" v="3"/>
          <ac:picMkLst>
            <pc:docMk/>
            <pc:sldMk cId="1152272797" sldId="257"/>
            <ac:picMk id="5" creationId="{03117A46-1671-2C8A-4885-B16D5C03056D}"/>
          </ac:picMkLst>
        </pc:picChg>
      </pc:sldChg>
      <pc:sldChg chg="addSp delSp modSp new add del mod ord">
        <pc:chgData name="越智 統" userId="2de33d77-a65a-42d1-92e2-b40da65bb07e" providerId="ADAL" clId="{8E979B2D-7DAA-4C86-8084-B79059201CC0}" dt="2026-05-19T14:56:26.425" v="1505" actId="1076"/>
        <pc:sldMkLst>
          <pc:docMk/>
          <pc:sldMk cId="3103575519" sldId="258"/>
        </pc:sldMkLst>
        <pc:spChg chg="add del mod">
          <ac:chgData name="越智 統" userId="2de33d77-a65a-42d1-92e2-b40da65bb07e" providerId="ADAL" clId="{8E979B2D-7DAA-4C86-8084-B79059201CC0}" dt="2026-05-19T14:55:52.481" v="1473" actId="478"/>
          <ac:spMkLst>
            <pc:docMk/>
            <pc:sldMk cId="3103575519" sldId="258"/>
            <ac:spMk id="2" creationId="{1FF93C34-0C43-D065-7EBD-5C4BF7B8DCBE}"/>
          </ac:spMkLst>
        </pc:spChg>
        <pc:spChg chg="add mod">
          <ac:chgData name="越智 統" userId="2de33d77-a65a-42d1-92e2-b40da65bb07e" providerId="ADAL" clId="{8E979B2D-7DAA-4C86-8084-B79059201CC0}" dt="2026-05-19T14:56:26.425" v="1505" actId="1076"/>
          <ac:spMkLst>
            <pc:docMk/>
            <pc:sldMk cId="3103575519" sldId="258"/>
            <ac:spMk id="3" creationId="{94C50F08-B692-40AC-05F4-23075A24BEE9}"/>
          </ac:spMkLst>
        </pc:spChg>
        <pc:picChg chg="add del mod">
          <ac:chgData name="越智 統" userId="2de33d77-a65a-42d1-92e2-b40da65bb07e" providerId="ADAL" clId="{8E979B2D-7DAA-4C86-8084-B79059201CC0}" dt="2026-05-19T04:31:50.224" v="6" actId="478"/>
          <ac:picMkLst>
            <pc:docMk/>
            <pc:sldMk cId="3103575519" sldId="258"/>
            <ac:picMk id="3" creationId="{8F8FA90D-0FE7-5D0E-3B9A-6DB200E76C07}"/>
          </ac:picMkLst>
        </pc:picChg>
        <pc:picChg chg="add mod">
          <ac:chgData name="越智 統" userId="2de33d77-a65a-42d1-92e2-b40da65bb07e" providerId="ADAL" clId="{8E979B2D-7DAA-4C86-8084-B79059201CC0}" dt="2026-05-19T04:32:19.549" v="7"/>
          <ac:picMkLst>
            <pc:docMk/>
            <pc:sldMk cId="3103575519" sldId="258"/>
            <ac:picMk id="5" creationId="{FE308218-360A-CD4C-F26B-85B7DFAF5A9E}"/>
          </ac:picMkLst>
        </pc:picChg>
      </pc:sldChg>
      <pc:sldChg chg="addSp modSp add del mod">
        <pc:chgData name="越智 統" userId="2de33d77-a65a-42d1-92e2-b40da65bb07e" providerId="ADAL" clId="{8E979B2D-7DAA-4C86-8084-B79059201CC0}" dt="2026-05-19T04:38:22.839" v="258" actId="2696"/>
        <pc:sldMkLst>
          <pc:docMk/>
          <pc:sldMk cId="4117127647" sldId="259"/>
        </pc:sldMkLst>
        <pc:graphicFrameChg chg="add mod modGraphic">
          <ac:chgData name="越智 統" userId="2de33d77-a65a-42d1-92e2-b40da65bb07e" providerId="ADAL" clId="{8E979B2D-7DAA-4C86-8084-B79059201CC0}" dt="2026-05-19T04:35:55.988" v="223" actId="20577"/>
          <ac:graphicFrameMkLst>
            <pc:docMk/>
            <pc:sldMk cId="4117127647" sldId="259"/>
            <ac:graphicFrameMk id="2" creationId="{D06A8AF5-B59A-D8EF-3890-3AE0516F54DF}"/>
          </ac:graphicFrameMkLst>
        </pc:graphicFrameChg>
      </pc:sldChg>
      <pc:sldChg chg="addSp delSp modSp add del mod">
        <pc:chgData name="越智 統" userId="2de33d77-a65a-42d1-92e2-b40da65bb07e" providerId="ADAL" clId="{8E979B2D-7DAA-4C86-8084-B79059201CC0}" dt="2026-05-19T13:33:30.200" v="688" actId="2696"/>
        <pc:sldMkLst>
          <pc:docMk/>
          <pc:sldMk cId="2498129423" sldId="260"/>
        </pc:sldMkLst>
        <pc:graphicFrameChg chg="del modGraphic">
          <ac:chgData name="越智 統" userId="2de33d77-a65a-42d1-92e2-b40da65bb07e" providerId="ADAL" clId="{8E979B2D-7DAA-4C86-8084-B79059201CC0}" dt="2026-05-19T04:38:42.136" v="264" actId="478"/>
          <ac:graphicFrameMkLst>
            <pc:docMk/>
            <pc:sldMk cId="2498129423" sldId="260"/>
            <ac:graphicFrameMk id="2" creationId="{FD53B2AF-CBCF-A95C-E129-928D6CBAFB4D}"/>
          </ac:graphicFrameMkLst>
        </pc:graphicFrameChg>
        <pc:graphicFrameChg chg="modGraphic">
          <ac:chgData name="越智 統" userId="2de33d77-a65a-42d1-92e2-b40da65bb07e" providerId="ADAL" clId="{8E979B2D-7DAA-4C86-8084-B79059201CC0}" dt="2026-05-19T04:40:46.195" v="378" actId="2711"/>
          <ac:graphicFrameMkLst>
            <pc:docMk/>
            <pc:sldMk cId="2498129423" sldId="260"/>
            <ac:graphicFrameMk id="7" creationId="{43742493-EF15-271A-FA69-E34FDF4ACC1E}"/>
          </ac:graphicFrameMkLst>
        </pc:graphicFrameChg>
        <pc:picChg chg="add mod ord">
          <ac:chgData name="越智 統" userId="2de33d77-a65a-42d1-92e2-b40da65bb07e" providerId="ADAL" clId="{8E979B2D-7DAA-4C86-8084-B79059201CC0}" dt="2026-05-19T04:36:58.248" v="227" actId="167"/>
          <ac:picMkLst>
            <pc:docMk/>
            <pc:sldMk cId="2498129423" sldId="260"/>
            <ac:picMk id="4" creationId="{0E927035-F5BB-F731-D025-81C5CC196355}"/>
          </ac:picMkLst>
        </pc:picChg>
        <pc:picChg chg="del">
          <ac:chgData name="越智 統" userId="2de33d77-a65a-42d1-92e2-b40da65bb07e" providerId="ADAL" clId="{8E979B2D-7DAA-4C86-8084-B79059201CC0}" dt="2026-05-19T04:36:41.544" v="225" actId="478"/>
          <ac:picMkLst>
            <pc:docMk/>
            <pc:sldMk cId="2498129423" sldId="260"/>
            <ac:picMk id="5" creationId="{36CAE7F0-F0EA-EA9C-F319-780A6C30F4E8}"/>
          </ac:picMkLst>
        </pc:picChg>
      </pc:sldChg>
      <pc:sldChg chg="addSp delSp modSp add mod">
        <pc:chgData name="越智 統" userId="2de33d77-a65a-42d1-92e2-b40da65bb07e" providerId="ADAL" clId="{8E979B2D-7DAA-4C86-8084-B79059201CC0}" dt="2026-05-19T15:01:22.999" v="1788" actId="20577"/>
        <pc:sldMkLst>
          <pc:docMk/>
          <pc:sldMk cId="1130678363" sldId="261"/>
        </pc:sldMkLst>
        <pc:spChg chg="add del mod">
          <ac:chgData name="越智 統" userId="2de33d77-a65a-42d1-92e2-b40da65bb07e" providerId="ADAL" clId="{8E979B2D-7DAA-4C86-8084-B79059201CC0}" dt="2026-05-19T15:01:18.395" v="1783" actId="478"/>
          <ac:spMkLst>
            <pc:docMk/>
            <pc:sldMk cId="1130678363" sldId="261"/>
            <ac:spMk id="3" creationId="{6D54BD88-B503-713C-678C-BD084DAD69BC}"/>
          </ac:spMkLst>
        </pc:spChg>
        <pc:graphicFrameChg chg="mod modGraphic">
          <ac:chgData name="越智 統" userId="2de33d77-a65a-42d1-92e2-b40da65bb07e" providerId="ADAL" clId="{8E979B2D-7DAA-4C86-8084-B79059201CC0}" dt="2026-05-19T15:01:22.999" v="1788" actId="20577"/>
          <ac:graphicFrameMkLst>
            <pc:docMk/>
            <pc:sldMk cId="1130678363" sldId="261"/>
            <ac:graphicFrameMk id="2" creationId="{69A9C462-B9D4-4FD3-A117-6717784BCDE9}"/>
          </ac:graphicFrameMkLst>
        </pc:graphicFrameChg>
        <pc:graphicFrameChg chg="add del mod modGraphic">
          <ac:chgData name="越智 統" userId="2de33d77-a65a-42d1-92e2-b40da65bb07e" providerId="ADAL" clId="{8E979B2D-7DAA-4C86-8084-B79059201CC0}" dt="2026-05-19T13:33:51.854" v="690" actId="478"/>
          <ac:graphicFrameMkLst>
            <pc:docMk/>
            <pc:sldMk cId="1130678363" sldId="261"/>
            <ac:graphicFrameMk id="3" creationId="{BDC9D529-1963-CA53-465D-A771463EA0B6}"/>
          </ac:graphicFrameMkLst>
        </pc:graphicFrameChg>
        <pc:graphicFrameChg chg="del mod">
          <ac:chgData name="越智 統" userId="2de33d77-a65a-42d1-92e2-b40da65bb07e" providerId="ADAL" clId="{8E979B2D-7DAA-4C86-8084-B79059201CC0}" dt="2026-05-19T04:41:19.777" v="380" actId="478"/>
          <ac:graphicFrameMkLst>
            <pc:docMk/>
            <pc:sldMk cId="1130678363" sldId="261"/>
            <ac:graphicFrameMk id="7" creationId="{FF6C861C-24C6-613C-6ABB-305207086E0F}"/>
          </ac:graphicFrameMkLst>
        </pc:graphicFrameChg>
      </pc:sldChg>
      <pc:sldChg chg="addSp delSp modSp add mod">
        <pc:chgData name="越智 統" userId="2de33d77-a65a-42d1-92e2-b40da65bb07e" providerId="ADAL" clId="{8E979B2D-7DAA-4C86-8084-B79059201CC0}" dt="2026-05-19T15:01:47.974" v="1798" actId="20577"/>
        <pc:sldMkLst>
          <pc:docMk/>
          <pc:sldMk cId="337437727" sldId="262"/>
        </pc:sldMkLst>
        <pc:graphicFrameChg chg="del">
          <ac:chgData name="越智 統" userId="2de33d77-a65a-42d1-92e2-b40da65bb07e" providerId="ADAL" clId="{8E979B2D-7DAA-4C86-8084-B79059201CC0}" dt="2026-05-19T13:52:47.595" v="1040" actId="478"/>
          <ac:graphicFrameMkLst>
            <pc:docMk/>
            <pc:sldMk cId="337437727" sldId="262"/>
            <ac:graphicFrameMk id="2" creationId="{EDE6E183-A4C9-E3C0-D1FF-266401111743}"/>
          </ac:graphicFrameMkLst>
        </pc:graphicFrameChg>
        <pc:graphicFrameChg chg="mod modGraphic">
          <ac:chgData name="越智 統" userId="2de33d77-a65a-42d1-92e2-b40da65bb07e" providerId="ADAL" clId="{8E979B2D-7DAA-4C86-8084-B79059201CC0}" dt="2026-05-19T15:01:47.974" v="1798" actId="20577"/>
          <ac:graphicFrameMkLst>
            <pc:docMk/>
            <pc:sldMk cId="337437727" sldId="262"/>
            <ac:graphicFrameMk id="3" creationId="{7B65E381-4BA8-D689-68F4-77C49A967897}"/>
          </ac:graphicFrameMkLst>
        </pc:graphicFrameChg>
        <pc:graphicFrameChg chg="add mod modGraphic">
          <ac:chgData name="越智 統" userId="2de33d77-a65a-42d1-92e2-b40da65bb07e" providerId="ADAL" clId="{8E979B2D-7DAA-4C86-8084-B79059201CC0}" dt="2026-05-19T15:01:44.704" v="1793" actId="20577"/>
          <ac:graphicFrameMkLst>
            <pc:docMk/>
            <pc:sldMk cId="337437727" sldId="262"/>
            <ac:graphicFrameMk id="5" creationId="{E6F17C8D-24A8-09FC-4F66-1F721C186B4E}"/>
          </ac:graphicFrameMkLst>
        </pc:graphicFrameChg>
      </pc:sldChg>
      <pc:sldChg chg="addSp delSp modSp new mod ord">
        <pc:chgData name="越智 統" userId="2de33d77-a65a-42d1-92e2-b40da65bb07e" providerId="ADAL" clId="{8E979B2D-7DAA-4C86-8084-B79059201CC0}" dt="2026-05-19T15:04:41.735" v="1812" actId="20577"/>
        <pc:sldMkLst>
          <pc:docMk/>
          <pc:sldMk cId="1654937374" sldId="263"/>
        </pc:sldMkLst>
        <pc:spChg chg="add mod">
          <ac:chgData name="越智 統" userId="2de33d77-a65a-42d1-92e2-b40da65bb07e" providerId="ADAL" clId="{8E979B2D-7DAA-4C86-8084-B79059201CC0}" dt="2026-05-19T15:04:41.735" v="1812" actId="20577"/>
          <ac:spMkLst>
            <pc:docMk/>
            <pc:sldMk cId="1654937374" sldId="263"/>
            <ac:spMk id="2" creationId="{667A195F-31E9-C27C-4A37-06507BF1BD8D}"/>
          </ac:spMkLst>
        </pc:spChg>
        <pc:spChg chg="add del mod">
          <ac:chgData name="越智 統" userId="2de33d77-a65a-42d1-92e2-b40da65bb07e" providerId="ADAL" clId="{8E979B2D-7DAA-4C86-8084-B79059201CC0}" dt="2026-05-19T14:57:24.168" v="1538" actId="478"/>
          <ac:spMkLst>
            <pc:docMk/>
            <pc:sldMk cId="1654937374" sldId="263"/>
            <ac:spMk id="3" creationId="{D89BCBA9-6632-C40A-6484-3F9A027DAB97}"/>
          </ac:spMkLst>
        </pc:spChg>
        <pc:spChg chg="add mod">
          <ac:chgData name="越智 統" userId="2de33d77-a65a-42d1-92e2-b40da65bb07e" providerId="ADAL" clId="{8E979B2D-7DAA-4C86-8084-B79059201CC0}" dt="2026-05-19T14:58:04.936" v="1572" actId="20577"/>
          <ac:spMkLst>
            <pc:docMk/>
            <pc:sldMk cId="1654937374" sldId="263"/>
            <ac:spMk id="4" creationId="{A085D2DA-2668-1EE3-3A66-354BD44F32C6}"/>
          </ac:spMkLst>
        </pc:spChg>
      </pc:sldChg>
      <pc:sldChg chg="addSp delSp modSp add mod">
        <pc:chgData name="越智 統" userId="2de33d77-a65a-42d1-92e2-b40da65bb07e" providerId="ADAL" clId="{8E979B2D-7DAA-4C86-8084-B79059201CC0}" dt="2026-05-19T13:45:58.111" v="835" actId="20577"/>
        <pc:sldMkLst>
          <pc:docMk/>
          <pc:sldMk cId="513055906" sldId="264"/>
        </pc:sldMkLst>
        <pc:graphicFrameChg chg="modGraphic">
          <ac:chgData name="越智 統" userId="2de33d77-a65a-42d1-92e2-b40da65bb07e" providerId="ADAL" clId="{8E979B2D-7DAA-4C86-8084-B79059201CC0}" dt="2026-05-19T13:43:58.969" v="807" actId="113"/>
          <ac:graphicFrameMkLst>
            <pc:docMk/>
            <pc:sldMk cId="513055906" sldId="264"/>
            <ac:graphicFrameMk id="2" creationId="{C21EA6CD-DA7D-0CDE-41EA-9EE588A1A680}"/>
          </ac:graphicFrameMkLst>
        </pc:graphicFrameChg>
        <pc:graphicFrameChg chg="modGraphic">
          <ac:chgData name="越智 統" userId="2de33d77-a65a-42d1-92e2-b40da65bb07e" providerId="ADAL" clId="{8E979B2D-7DAA-4C86-8084-B79059201CC0}" dt="2026-05-19T13:45:58.111" v="835" actId="20577"/>
          <ac:graphicFrameMkLst>
            <pc:docMk/>
            <pc:sldMk cId="513055906" sldId="264"/>
            <ac:graphicFrameMk id="3" creationId="{1616CE1A-77D3-EE87-A946-C5100DD37616}"/>
          </ac:graphicFrameMkLst>
        </pc:graphicFrameChg>
        <pc:picChg chg="del">
          <ac:chgData name="越智 統" userId="2de33d77-a65a-42d1-92e2-b40da65bb07e" providerId="ADAL" clId="{8E979B2D-7DAA-4C86-8084-B79059201CC0}" dt="2026-05-19T13:43:25.629" v="795" actId="478"/>
          <ac:picMkLst>
            <pc:docMk/>
            <pc:sldMk cId="513055906" sldId="264"/>
            <ac:picMk id="4" creationId="{202CD84B-4298-99D2-54C2-ABC4EA1C030B}"/>
          </ac:picMkLst>
        </pc:picChg>
        <pc:picChg chg="add mod ord">
          <ac:chgData name="越智 統" userId="2de33d77-a65a-42d1-92e2-b40da65bb07e" providerId="ADAL" clId="{8E979B2D-7DAA-4C86-8084-B79059201CC0}" dt="2026-05-19T13:43:36.813" v="799" actId="167"/>
          <ac:picMkLst>
            <pc:docMk/>
            <pc:sldMk cId="513055906" sldId="264"/>
            <ac:picMk id="6" creationId="{BA5C0DA2-7F66-013D-6D1A-BF04FA2FC161}"/>
          </ac:picMkLst>
        </pc:picChg>
      </pc:sldChg>
      <pc:sldChg chg="addSp delSp modSp add mod ord">
        <pc:chgData name="越智 統" userId="2de33d77-a65a-42d1-92e2-b40da65bb07e" providerId="ADAL" clId="{8E979B2D-7DAA-4C86-8084-B79059201CC0}" dt="2026-05-19T15:05:10.918" v="1819" actId="20577"/>
        <pc:sldMkLst>
          <pc:docMk/>
          <pc:sldMk cId="4182217032" sldId="265"/>
        </pc:sldMkLst>
        <pc:spChg chg="mod">
          <ac:chgData name="越智 統" userId="2de33d77-a65a-42d1-92e2-b40da65bb07e" providerId="ADAL" clId="{8E979B2D-7DAA-4C86-8084-B79059201CC0}" dt="2026-05-19T15:05:10.918" v="1819" actId="20577"/>
          <ac:spMkLst>
            <pc:docMk/>
            <pc:sldMk cId="4182217032" sldId="265"/>
            <ac:spMk id="2" creationId="{7B8128FC-C783-EEC2-5605-E0500C2B380F}"/>
          </ac:spMkLst>
        </pc:spChg>
        <pc:spChg chg="del mod">
          <ac:chgData name="越智 統" userId="2de33d77-a65a-42d1-92e2-b40da65bb07e" providerId="ADAL" clId="{8E979B2D-7DAA-4C86-8084-B79059201CC0}" dt="2026-05-19T14:57:47.809" v="1541" actId="478"/>
          <ac:spMkLst>
            <pc:docMk/>
            <pc:sldMk cId="4182217032" sldId="265"/>
            <ac:spMk id="3" creationId="{687B3C52-F70A-B486-238C-21A9B4802DC6}"/>
          </ac:spMkLst>
        </pc:spChg>
        <pc:spChg chg="add mod">
          <ac:chgData name="越智 統" userId="2de33d77-a65a-42d1-92e2-b40da65bb07e" providerId="ADAL" clId="{8E979B2D-7DAA-4C86-8084-B79059201CC0}" dt="2026-05-19T14:57:45.121" v="1540"/>
          <ac:spMkLst>
            <pc:docMk/>
            <pc:sldMk cId="4182217032" sldId="265"/>
            <ac:spMk id="4" creationId="{3F3CDD36-AA72-8497-4BBD-CB9ACBBC975C}"/>
          </ac:spMkLst>
        </pc:spChg>
      </pc:sldChg>
      <pc:sldChg chg="addSp delSp modSp add mod">
        <pc:chgData name="越智 統" userId="2de33d77-a65a-42d1-92e2-b40da65bb07e" providerId="ADAL" clId="{8E979B2D-7DAA-4C86-8084-B79059201CC0}" dt="2026-05-19T14:01:56.805" v="1226" actId="207"/>
        <pc:sldMkLst>
          <pc:docMk/>
          <pc:sldMk cId="3263699481" sldId="266"/>
        </pc:sldMkLst>
        <pc:graphicFrameChg chg="modGraphic">
          <ac:chgData name="越智 統" userId="2de33d77-a65a-42d1-92e2-b40da65bb07e" providerId="ADAL" clId="{8E979B2D-7DAA-4C86-8084-B79059201CC0}" dt="2026-05-19T14:01:56.805" v="1226" actId="207"/>
          <ac:graphicFrameMkLst>
            <pc:docMk/>
            <pc:sldMk cId="3263699481" sldId="266"/>
            <ac:graphicFrameMk id="3" creationId="{B1667707-AE54-C4A4-BB63-50ADC90C0E10}"/>
          </ac:graphicFrameMkLst>
        </pc:graphicFrameChg>
        <pc:picChg chg="add mod ord">
          <ac:chgData name="越智 統" userId="2de33d77-a65a-42d1-92e2-b40da65bb07e" providerId="ADAL" clId="{8E979B2D-7DAA-4C86-8084-B79059201CC0}" dt="2026-05-19T13:59:45.820" v="1207" actId="167"/>
          <ac:picMkLst>
            <pc:docMk/>
            <pc:sldMk cId="3263699481" sldId="266"/>
            <ac:picMk id="5" creationId="{D653FB27-E6D6-F6DA-BD8F-110223400052}"/>
          </ac:picMkLst>
        </pc:picChg>
        <pc:picChg chg="del">
          <ac:chgData name="越智 統" userId="2de33d77-a65a-42d1-92e2-b40da65bb07e" providerId="ADAL" clId="{8E979B2D-7DAA-4C86-8084-B79059201CC0}" dt="2026-05-19T13:59:06.288" v="1203" actId="478"/>
          <ac:picMkLst>
            <pc:docMk/>
            <pc:sldMk cId="3263699481" sldId="266"/>
            <ac:picMk id="6" creationId="{7488592E-CA24-308B-3374-5620EAE78043}"/>
          </ac:picMkLst>
        </pc:picChg>
      </pc:sldChg>
      <pc:sldChg chg="addSp delSp modSp new mod">
        <pc:chgData name="越智 統" userId="2de33d77-a65a-42d1-92e2-b40da65bb07e" providerId="ADAL" clId="{8E979B2D-7DAA-4C86-8084-B79059201CC0}" dt="2026-05-19T15:00:22.491" v="1723" actId="1076"/>
        <pc:sldMkLst>
          <pc:docMk/>
          <pc:sldMk cId="774859858" sldId="267"/>
        </pc:sldMkLst>
        <pc:spChg chg="add mod">
          <ac:chgData name="越智 統" userId="2de33d77-a65a-42d1-92e2-b40da65bb07e" providerId="ADAL" clId="{8E979B2D-7DAA-4C86-8084-B79059201CC0}" dt="2026-05-19T14:54:36.290" v="1460" actId="1076"/>
          <ac:spMkLst>
            <pc:docMk/>
            <pc:sldMk cId="774859858" sldId="267"/>
            <ac:spMk id="3" creationId="{0E458772-A55E-C3DF-F650-004E6885C1AF}"/>
          </ac:spMkLst>
        </pc:spChg>
        <pc:spChg chg="add mod">
          <ac:chgData name="越智 統" userId="2de33d77-a65a-42d1-92e2-b40da65bb07e" providerId="ADAL" clId="{8E979B2D-7DAA-4C86-8084-B79059201CC0}" dt="2026-05-19T15:00:22.491" v="1723" actId="1076"/>
          <ac:spMkLst>
            <pc:docMk/>
            <pc:sldMk cId="774859858" sldId="267"/>
            <ac:spMk id="4" creationId="{EEE52158-02B9-098D-1232-536FCF673AC7}"/>
          </ac:spMkLst>
        </pc:spChg>
        <pc:spChg chg="add mod">
          <ac:chgData name="越智 統" userId="2de33d77-a65a-42d1-92e2-b40da65bb07e" providerId="ADAL" clId="{8E979B2D-7DAA-4C86-8084-B79059201CC0}" dt="2026-05-19T14:59:29.327" v="1683" actId="1036"/>
          <ac:spMkLst>
            <pc:docMk/>
            <pc:sldMk cId="774859858" sldId="267"/>
            <ac:spMk id="11" creationId="{ECCCD168-F171-8B0A-55A5-00773E38266B}"/>
          </ac:spMkLst>
        </pc:spChg>
        <pc:spChg chg="add mod">
          <ac:chgData name="越智 統" userId="2de33d77-a65a-42d1-92e2-b40da65bb07e" providerId="ADAL" clId="{8E979B2D-7DAA-4C86-8084-B79059201CC0}" dt="2026-05-19T14:55:07.482" v="1471" actId="1076"/>
          <ac:spMkLst>
            <pc:docMk/>
            <pc:sldMk cId="774859858" sldId="267"/>
            <ac:spMk id="12" creationId="{35E03359-680F-287F-3949-0B20059B694B}"/>
          </ac:spMkLst>
        </pc:spChg>
        <pc:picChg chg="add mod">
          <ac:chgData name="越智 統" userId="2de33d77-a65a-42d1-92e2-b40da65bb07e" providerId="ADAL" clId="{8E979B2D-7DAA-4C86-8084-B79059201CC0}" dt="2026-05-19T14:59:29.327" v="1683" actId="1036"/>
          <ac:picMkLst>
            <pc:docMk/>
            <pc:sldMk cId="774859858" sldId="267"/>
            <ac:picMk id="6" creationId="{E8248525-E175-A6F2-FE19-2F9826D078EE}"/>
          </ac:picMkLst>
        </pc:picChg>
        <pc:picChg chg="add del mod">
          <ac:chgData name="越智 統" userId="2de33d77-a65a-42d1-92e2-b40da65bb07e" providerId="ADAL" clId="{8E979B2D-7DAA-4C86-8084-B79059201CC0}" dt="2026-05-19T14:53:45.286" v="1445" actId="478"/>
          <ac:picMkLst>
            <pc:docMk/>
            <pc:sldMk cId="774859858" sldId="267"/>
            <ac:picMk id="8" creationId="{EC519779-8108-6F55-75A5-6ADC564D2976}"/>
          </ac:picMkLst>
        </pc:picChg>
        <pc:picChg chg="add mod">
          <ac:chgData name="越智 統" userId="2de33d77-a65a-42d1-92e2-b40da65bb07e" providerId="ADAL" clId="{8E979B2D-7DAA-4C86-8084-B79059201CC0}" dt="2026-05-19T14:59:29.327" v="1683" actId="1036"/>
          <ac:picMkLst>
            <pc:docMk/>
            <pc:sldMk cId="774859858" sldId="267"/>
            <ac:picMk id="10" creationId="{C8B35828-F30F-8A83-E4DF-B7E94854FF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A798A1-C202-B98E-C9B5-3F65325F5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3C0B69-913E-DDD3-479A-5C8AB4556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636AD8-AD80-D26E-BDEA-A123AD12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7F4137-8E3A-DB2B-5588-361AEF0C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F980E8-C8D7-8CF6-149A-DA0DDEAE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523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040A3-DC75-9B8C-F821-C788ECD7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371E2A-0238-D100-7627-EEB77678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9F5C41-338B-182B-2A82-385832A0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D92E6-60B5-47F0-0FA6-D826BB44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760734-8323-8680-EEC4-73A30985C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94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F8385D-AE65-4A34-71A0-6D9364CC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E8F035-B1CF-A18E-F558-24B84AEF9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953153-7E19-8E90-35A2-4396B4F4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1D9FB1-684E-CE8B-4AA7-0919DBC6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C0290F-E93A-0FD2-6154-BCDB78DD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1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7E8235-21E4-B9A7-D0C8-F5F968A63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6CB0EA-7572-D9DD-C30A-64C04B3A9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07855C-77D0-4AB9-2902-C0FE6F930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E9B105-E5A3-57E2-9E80-1B51FE50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B982C7-E807-D603-9780-1EE7C0546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C181E2-B910-7E3E-0CBB-81C5BBBD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01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29B0D-AE00-C445-1B68-29F48C97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3E8985-45A0-4F2F-0936-58ED196DE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7E532F-21B8-A4B1-D024-F44B83C39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F7530C7-5389-4356-8FCE-D13345D5E1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988DCC-D5D6-F47F-5136-67FF51196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A87285-2DCE-A8A9-276E-D0ABE99A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76281E-57A0-2AEF-B626-A48DEF01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379AE1-B038-ECFE-E2A2-FB291897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7602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B7746-CB9C-193E-B559-CBBB24F9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26D36B-F2AF-D37A-BFEC-D13D9EB8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193959-E065-63F3-1C5B-C1BC0B8FC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FA2770-FC45-A992-9468-C92FE1AED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081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502E348-3C89-7E5D-3F5F-90754AA8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A199C5-AABB-7026-6744-0ACB2B2F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649CC2-262E-93B4-E9BF-6CA02C03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768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EA483-8FD7-F7BE-81EB-D3F953D8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9C4C53-FF2D-42C5-8F38-CBB39F534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AAC56E-D8AC-0B22-1547-7331B6D66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3DA9F8-9759-97D0-5C7A-7C576A2E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A9FF76-DDF0-8284-012C-21D935B3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E985CE-0E98-777B-A8AB-9F89A6D2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70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0DB27-CA4D-E746-0F73-D7613E4D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6645E42-A50F-199C-DCBF-C192598E6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D08782-C930-0092-E2C1-8B7E69AB1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7EC2DC-29E8-B60A-6CD9-A2CF5B4D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52FCEF-ADEC-6B04-2A51-11A30558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632753-FD6D-3CFF-C12E-D6F42F7C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068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F67004-DBF1-14ED-CFF4-A7ADB3FC7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FE4F6A-3324-30D3-DB96-A6F76AF6F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87729B-428D-082B-3A87-8D33CB16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BA2E3F-B0EC-4812-8ABC-996A175D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FB5B33-809A-C336-0ED5-EAC6D18B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094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7E06D55-A09F-8991-B8D3-5567FB121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020E82D-376F-B1D1-2919-07AF47B44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004A1D-DEF6-2D6B-E75D-70B748CBE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546145-F5B4-17B7-B702-0527327B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A8AE19-56F2-5DF2-CA33-4C32E0C0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84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3E20AF-C07A-48F3-94CC-BFD193ED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9DB0AE-3929-0FE6-AFC3-54312EDE2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2080A1-CB07-40C9-8013-966DB1090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0680B-6FA7-4943-A208-41F528ABFF47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5409CC-D1F1-64A5-4EDA-00FB0A2F6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302A1D-E0DB-AC39-B96E-0EB496280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9BE9E-E11A-4DF1-AFFE-3A3C4166E1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237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FCB989-E8C1-12A0-DB93-834EDBA317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メソッドとプロパティ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6A236F9-BCE3-163C-D73E-21F8C9EC6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オブジェクトの中身</a:t>
            </a:r>
          </a:p>
        </p:txBody>
      </p:sp>
    </p:spTree>
    <p:extLst>
      <p:ext uri="{BB962C8B-B14F-4D97-AF65-F5344CB8AC3E}">
        <p14:creationId xmlns:p14="http://schemas.microsoft.com/office/powerpoint/2010/main" val="355635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E308218-360A-CD4C-F26B-85B7DFAF5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C50F08-B692-40AC-05F4-23075A24BEE9}"/>
              </a:ext>
            </a:extLst>
          </p:cNvPr>
          <p:cNvSpPr txBox="1"/>
          <p:nvPr/>
        </p:nvSpPr>
        <p:spPr>
          <a:xfrm>
            <a:off x="532712" y="391885"/>
            <a:ext cx="4748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 dirty="0"/>
              <a:t>I. </a:t>
            </a:r>
            <a:r>
              <a:rPr kumimoji="1" lang="ja-JP" altLang="en-US" sz="3600" b="1" dirty="0"/>
              <a:t>オブジェクトの中身</a:t>
            </a:r>
          </a:p>
        </p:txBody>
      </p:sp>
    </p:spTree>
    <p:extLst>
      <p:ext uri="{BB962C8B-B14F-4D97-AF65-F5344CB8AC3E}">
        <p14:creationId xmlns:p14="http://schemas.microsoft.com/office/powerpoint/2010/main" val="310357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3D2A-FC9B-F065-0A52-D72263BD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106BE13-E0BC-0660-54CE-F5C74138F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69A9C462-B9D4-4FD3-A117-6717784BC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664467"/>
              </p:ext>
            </p:extLst>
          </p:nvPr>
        </p:nvGraphicFramePr>
        <p:xfrm>
          <a:off x="7805057" y="728334"/>
          <a:ext cx="3992335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335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プロパティとは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オブジェクトの様子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ようす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オブジェクトの持ち物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もちもの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indent="0" algn="r">
                        <a:buFontTx/>
                        <a:buNone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着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ている服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ふく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の色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：青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あお</a:t>
                      </a:r>
                      <a:r>
                        <a:rPr kumimoji="1" lang="en-US" altLang="ja-JP" sz="1400" dirty="0"/>
                        <a:t>)</a:t>
                      </a:r>
                    </a:p>
                    <a:p>
                      <a:r>
                        <a:rPr kumimoji="1" lang="ja-JP" altLang="en-US" sz="1400" dirty="0"/>
                        <a:t>履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は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いている靴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くつ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の色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：ベージュ</a:t>
                      </a:r>
                      <a:endParaRPr kumimoji="1" lang="en-US" altLang="ja-JP" sz="1400" dirty="0"/>
                    </a:p>
                    <a:p>
                      <a:r>
                        <a:rPr kumimoji="1" lang="ja-JP" altLang="en-US" sz="1400" dirty="0"/>
                        <a:t>髪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かみ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：ショートヘア</a:t>
                      </a:r>
                      <a:endParaRPr kumimoji="1" lang="en-US" altLang="ja-JP" sz="1400" dirty="0"/>
                    </a:p>
                    <a:p>
                      <a:r>
                        <a:rPr kumimoji="1" lang="ja-JP" altLang="en-US" sz="1400" dirty="0"/>
                        <a:t>カバンの種類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しゅるい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：ショルダーバッグ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067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C269-ADC0-F1F5-1338-EF202BF6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006B345-B603-F007-B086-47E5E730F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B65E381-4BA8-D689-68F4-77C49A967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129129"/>
              </p:ext>
            </p:extLst>
          </p:nvPr>
        </p:nvGraphicFramePr>
        <p:xfrm>
          <a:off x="394609" y="728334"/>
          <a:ext cx="3542910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2910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メソッドとは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オブジェクトの動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うご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機械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きかい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を修理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しゅうり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する</a:t>
                      </a:r>
                      <a:endParaRPr kumimoji="1" lang="en-US" altLang="ja-JP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カバンからものを出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だ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す</a:t>
                      </a:r>
                      <a:endParaRPr kumimoji="1" lang="en-US" altLang="ja-JP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カバンにものを入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れる</a:t>
                      </a:r>
                      <a:endParaRPr kumimoji="1" lang="en-US" altLang="ja-JP" sz="1400" dirty="0"/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400" dirty="0"/>
                        <a:t>など</a:t>
                      </a:r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E6F17C8D-24A8-09FC-4F66-1F721C186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885368"/>
              </p:ext>
            </p:extLst>
          </p:nvPr>
        </p:nvGraphicFramePr>
        <p:xfrm>
          <a:off x="7805057" y="728334"/>
          <a:ext cx="3992335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335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プロパティとは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オブジェクトの様子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ようす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オブジェクトの持ち物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もちもの</a:t>
                      </a:r>
                      <a:r>
                        <a:rPr kumimoji="1" lang="en-US" altLang="ja-JP" sz="140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indent="0" algn="r">
                        <a:buFontTx/>
                        <a:buNone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着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ている服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ふく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の色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：青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あお</a:t>
                      </a:r>
                      <a:r>
                        <a:rPr kumimoji="1" lang="en-US" altLang="ja-JP" sz="1400" dirty="0"/>
                        <a:t>)</a:t>
                      </a:r>
                    </a:p>
                    <a:p>
                      <a:r>
                        <a:rPr kumimoji="1" lang="ja-JP" altLang="en-US" sz="1400" dirty="0"/>
                        <a:t>履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は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いている靴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くつ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の色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いろ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：ベージュ</a:t>
                      </a:r>
                      <a:endParaRPr kumimoji="1" lang="en-US" altLang="ja-JP" sz="1400" dirty="0"/>
                    </a:p>
                    <a:p>
                      <a:r>
                        <a:rPr kumimoji="1" lang="ja-JP" altLang="en-US" sz="1400" dirty="0"/>
                        <a:t>髪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かみ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：ショートヘア</a:t>
                      </a:r>
                      <a:endParaRPr kumimoji="1" lang="en-US" altLang="ja-JP" sz="1400" dirty="0"/>
                    </a:p>
                    <a:p>
                      <a:r>
                        <a:rPr kumimoji="1" lang="ja-JP" altLang="en-US" sz="1400" dirty="0"/>
                        <a:t>カバンの種類</a:t>
                      </a:r>
                      <a:r>
                        <a:rPr kumimoji="1" lang="en-US" altLang="ja-JP" sz="1400" dirty="0"/>
                        <a:t>(</a:t>
                      </a:r>
                      <a:r>
                        <a:rPr kumimoji="1" lang="ja-JP" altLang="en-US" sz="1400" dirty="0"/>
                        <a:t>しゅるい</a:t>
                      </a:r>
                      <a:r>
                        <a:rPr kumimoji="1" lang="en-US" altLang="ja-JP" sz="1400" dirty="0"/>
                        <a:t>)</a:t>
                      </a:r>
                      <a:r>
                        <a:rPr kumimoji="1" lang="ja-JP" altLang="en-US" sz="1400" dirty="0"/>
                        <a:t>：ショルダーバッグ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37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7A195F-31E9-C27C-4A37-06507BF1BD8D}"/>
              </a:ext>
            </a:extLst>
          </p:cNvPr>
          <p:cNvSpPr txBox="1"/>
          <p:nvPr/>
        </p:nvSpPr>
        <p:spPr>
          <a:xfrm>
            <a:off x="1053848" y="2802757"/>
            <a:ext cx="104198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【</a:t>
            </a:r>
            <a:r>
              <a:rPr kumimoji="1" lang="ja-JP" altLang="en-US" sz="4000" dirty="0"/>
              <a:t>たとえ</a:t>
            </a:r>
            <a:r>
              <a:rPr kumimoji="1" lang="en-US" altLang="ja-JP" sz="4000" dirty="0"/>
              <a:t>】</a:t>
            </a:r>
          </a:p>
          <a:p>
            <a:r>
              <a:rPr kumimoji="1" lang="ja-JP" altLang="en-US" sz="4000" dirty="0"/>
              <a:t>着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き</a:t>
            </a:r>
            <a:r>
              <a:rPr kumimoji="1" lang="en-US" altLang="ja-JP" sz="4000" dirty="0"/>
              <a:t>)</a:t>
            </a:r>
            <a:r>
              <a:rPr kumimoji="1" lang="ja-JP" altLang="en-US" sz="4000" dirty="0"/>
              <a:t>ている服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ふく</a:t>
            </a:r>
            <a:r>
              <a:rPr kumimoji="1" lang="en-US" altLang="ja-JP" sz="4000" dirty="0"/>
              <a:t>)</a:t>
            </a:r>
            <a:r>
              <a:rPr kumimoji="1" lang="ja-JP" altLang="en-US" sz="4000" dirty="0"/>
              <a:t>の色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いろ</a:t>
            </a:r>
            <a:r>
              <a:rPr kumimoji="1" lang="en-US" altLang="ja-JP" sz="4000" dirty="0"/>
              <a:t>)</a:t>
            </a:r>
            <a:r>
              <a:rPr kumimoji="1" lang="ja-JP" altLang="en-US" sz="4000" dirty="0"/>
              <a:t> ←  </a:t>
            </a:r>
            <a:r>
              <a:rPr lang="ja-JP" altLang="en-US" sz="4000" dirty="0">
                <a:solidFill>
                  <a:srgbClr val="FF0000"/>
                </a:solidFill>
              </a:rPr>
              <a:t>赤</a:t>
            </a:r>
            <a:r>
              <a:rPr lang="en-US" altLang="ja-JP" sz="4000" dirty="0">
                <a:solidFill>
                  <a:srgbClr val="FF0000"/>
                </a:solidFill>
              </a:rPr>
              <a:t>(</a:t>
            </a:r>
            <a:r>
              <a:rPr lang="ja-JP" altLang="en-US" sz="4000" dirty="0">
                <a:solidFill>
                  <a:srgbClr val="FF0000"/>
                </a:solidFill>
              </a:rPr>
              <a:t>あか</a:t>
            </a:r>
            <a:r>
              <a:rPr lang="en-US" altLang="ja-JP" sz="4000" dirty="0">
                <a:solidFill>
                  <a:srgbClr val="FF0000"/>
                </a:solidFill>
              </a:rPr>
              <a:t>)</a:t>
            </a:r>
            <a:endParaRPr kumimoji="1" lang="ja-JP" altLang="en-US" sz="4000" dirty="0">
              <a:solidFill>
                <a:srgbClr val="FF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085D2DA-2668-1EE3-3A66-354BD44F32C6}"/>
              </a:ext>
            </a:extLst>
          </p:cNvPr>
          <p:cNvSpPr txBox="1"/>
          <p:nvPr/>
        </p:nvSpPr>
        <p:spPr>
          <a:xfrm>
            <a:off x="532712" y="391885"/>
            <a:ext cx="5731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 dirty="0"/>
              <a:t>II. </a:t>
            </a:r>
            <a:r>
              <a:rPr kumimoji="1" lang="ja-JP" altLang="en-US" sz="3600" b="1" dirty="0"/>
              <a:t>プロパティを変</a:t>
            </a:r>
            <a:r>
              <a:rPr kumimoji="1" lang="en-US" altLang="ja-JP" sz="3600" b="1" dirty="0"/>
              <a:t>(</a:t>
            </a:r>
            <a:r>
              <a:rPr kumimoji="1" lang="ja-JP" altLang="en-US" sz="3600" b="1" dirty="0"/>
              <a:t>か</a:t>
            </a:r>
            <a:r>
              <a:rPr kumimoji="1" lang="en-US" altLang="ja-JP" sz="3600" b="1" dirty="0"/>
              <a:t>)</a:t>
            </a:r>
            <a:r>
              <a:rPr kumimoji="1" lang="ja-JP" altLang="en-US" sz="3600" b="1" dirty="0"/>
              <a:t>える</a:t>
            </a:r>
          </a:p>
        </p:txBody>
      </p:sp>
    </p:spTree>
    <p:extLst>
      <p:ext uri="{BB962C8B-B14F-4D97-AF65-F5344CB8AC3E}">
        <p14:creationId xmlns:p14="http://schemas.microsoft.com/office/powerpoint/2010/main" val="165493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C6FD-829A-16CF-56D7-7EDBD60F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A5C0DA2-7F66-013D-6D1A-BF04FA2FC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C21EA6CD-DA7D-0CDE-41EA-9EE588A1A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118337"/>
              </p:ext>
            </p:extLst>
          </p:nvPr>
        </p:nvGraphicFramePr>
        <p:xfrm>
          <a:off x="7805057" y="728334"/>
          <a:ext cx="3992335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335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プロパティ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オブジェクトの様子</a:t>
                      </a:r>
                      <a:endParaRPr kumimoji="1" lang="en-US" altLang="ja-JP" sz="1400" dirty="0">
                        <a:latin typeface="+mj-ea"/>
                        <a:ea typeface="+mj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オブジェクトの持ち物</a:t>
                      </a:r>
                      <a:endParaRPr kumimoji="1" lang="en-US" altLang="ja-JP" sz="1400" dirty="0">
                        <a:latin typeface="+mj-ea"/>
                        <a:ea typeface="+mj-ea"/>
                      </a:endParaRPr>
                    </a:p>
                    <a:p>
                      <a:pPr marL="0" indent="0" algn="r">
                        <a:buFontTx/>
                        <a:buNone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着ている服の色：</a:t>
                      </a: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赤</a:t>
                      </a:r>
                      <a:endParaRPr kumimoji="1" lang="en-US" altLang="ja-JP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dirty="0"/>
                        <a:t>履いている靴の色：ベージュ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髪：ショートヘア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カバンの種類：ショルダーバッグ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1616CE1A-77D3-EE87-A946-C5100DD37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848658"/>
              </p:ext>
            </p:extLst>
          </p:nvPr>
        </p:nvGraphicFramePr>
        <p:xfrm>
          <a:off x="801615" y="728334"/>
          <a:ext cx="3009783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783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メソッド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機械の修理をする</a:t>
                      </a:r>
                      <a:endParaRPr kumimoji="1" lang="en-US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カバンから中身を出す</a:t>
                      </a:r>
                      <a:endParaRPr kumimoji="1" lang="en-US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カバンにものを入れる</a:t>
                      </a:r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055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458772-A55E-C3DF-F650-004E6885C1AF}"/>
              </a:ext>
            </a:extLst>
          </p:cNvPr>
          <p:cNvSpPr txBox="1"/>
          <p:nvPr/>
        </p:nvSpPr>
        <p:spPr>
          <a:xfrm>
            <a:off x="1671771" y="1111762"/>
            <a:ext cx="9152164" cy="78649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ja-JP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ja-JP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ja-JP" b="0" dirty="0">
                <a:solidFill>
                  <a:srgbClr val="8599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ja-JP" b="0" dirty="0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'red’"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800"/>
              </a:lnSpc>
            </a:pPr>
            <a:r>
              <a:rPr lang="ja-JP" altLang="en-US" b="0" dirty="0">
                <a:solidFill>
                  <a:srgbClr val="657B83"/>
                </a:solidFill>
                <a:effectLst/>
                <a:latin typeface="Consolas" panose="020B0609020204030204" pitchFamily="49" charset="0"/>
              </a:rPr>
              <a:t>    文字を赤くします</a:t>
            </a:r>
            <a:endParaRPr lang="en-US" altLang="ja-JP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</a:pP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ja-JP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altLang="ja-JP" b="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ja-JP" b="0" dirty="0">
              <a:solidFill>
                <a:srgbClr val="657B8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EE52158-02B9-098D-1232-536FCF673AC7}"/>
              </a:ext>
            </a:extLst>
          </p:cNvPr>
          <p:cNvSpPr txBox="1"/>
          <p:nvPr/>
        </p:nvSpPr>
        <p:spPr>
          <a:xfrm>
            <a:off x="3054943" y="2254568"/>
            <a:ext cx="60821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0" dirty="0">
                <a:effectLst/>
                <a:latin typeface="Consolas" panose="020B0609020204030204" pitchFamily="49" charset="0"/>
              </a:rPr>
              <a:t>ボタンをクリックすると</a:t>
            </a:r>
            <a:endParaRPr lang="en-US" altLang="ja-JP" b="0" dirty="0">
              <a:effectLst/>
              <a:latin typeface="Consolas" panose="020B0609020204030204" pitchFamily="49" charset="0"/>
            </a:endParaRPr>
          </a:p>
          <a:p>
            <a:r>
              <a:rPr lang="ja-JP" alt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「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altLang="ja-JP" b="0" dirty="0" err="1">
                <a:solidFill>
                  <a:srgbClr val="2AA19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b="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ja-JP" altLang="en-US" b="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」</a:t>
            </a:r>
            <a:endParaRPr lang="en-US" altLang="ja-JP" b="0" dirty="0">
              <a:solidFill>
                <a:srgbClr val="268BD2"/>
              </a:solidFill>
              <a:effectLst/>
              <a:latin typeface="Consolas" panose="020B0609020204030204" pitchFamily="49" charset="0"/>
            </a:endParaRPr>
          </a:p>
          <a:p>
            <a:r>
              <a:rPr kumimoji="1" lang="ja-JP" altLang="en-US" dirty="0">
                <a:latin typeface="Consolas" panose="020B0609020204030204" pitchFamily="49" charset="0"/>
              </a:rPr>
              <a:t>というプロパティを</a:t>
            </a:r>
            <a:r>
              <a:rPr kumimoji="1" lang="en-US" altLang="ja-JP" dirty="0">
                <a:latin typeface="Consolas" panose="020B0609020204030204" pitchFamily="49" charset="0"/>
              </a:rPr>
              <a:t>’red’</a:t>
            </a:r>
            <a:r>
              <a:rPr kumimoji="1" lang="ja-JP" altLang="en-US" dirty="0">
                <a:latin typeface="Consolas" panose="020B0609020204030204" pitchFamily="49" charset="0"/>
              </a:rPr>
              <a:t>に変更</a:t>
            </a:r>
            <a:r>
              <a:rPr kumimoji="1" lang="en-US" altLang="ja-JP" dirty="0">
                <a:latin typeface="Consolas" panose="020B0609020204030204" pitchFamily="49" charset="0"/>
              </a:rPr>
              <a:t>(</a:t>
            </a:r>
            <a:r>
              <a:rPr kumimoji="1" lang="ja-JP" altLang="en-US" dirty="0">
                <a:latin typeface="Consolas" panose="020B0609020204030204" pitchFamily="49" charset="0"/>
              </a:rPr>
              <a:t>へんこう</a:t>
            </a:r>
            <a:r>
              <a:rPr kumimoji="1" lang="en-US" altLang="ja-JP" dirty="0">
                <a:latin typeface="Consolas" panose="020B0609020204030204" pitchFamily="49" charset="0"/>
              </a:rPr>
              <a:t>)</a:t>
            </a:r>
            <a:r>
              <a:rPr kumimoji="1" lang="ja-JP" altLang="en-US" dirty="0">
                <a:latin typeface="Consolas" panose="020B0609020204030204" pitchFamily="49" charset="0"/>
              </a:rPr>
              <a:t> して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r>
              <a:rPr lang="ja-JP" altLang="en-US" dirty="0"/>
              <a:t>「</a:t>
            </a:r>
            <a:r>
              <a:rPr lang="en-US" altLang="ja-JP" dirty="0"/>
              <a:t>body</a:t>
            </a:r>
            <a:r>
              <a:rPr lang="ja-JP" altLang="en-US" dirty="0"/>
              <a:t>」の中</a:t>
            </a:r>
            <a:r>
              <a:rPr lang="en-US" altLang="ja-JP" dirty="0"/>
              <a:t>(</a:t>
            </a:r>
            <a:r>
              <a:rPr lang="ja-JP" altLang="en-US" dirty="0"/>
              <a:t>なか</a:t>
            </a:r>
            <a:r>
              <a:rPr lang="en-US" altLang="ja-JP" dirty="0"/>
              <a:t>)</a:t>
            </a:r>
            <a:r>
              <a:rPr lang="ja-JP" altLang="en-US" dirty="0"/>
              <a:t> の</a:t>
            </a:r>
            <a:r>
              <a:rPr kumimoji="1" lang="ja-JP" altLang="en-US" dirty="0"/>
              <a:t>文字</a:t>
            </a:r>
            <a:r>
              <a:rPr lang="en-US" altLang="ja-JP" dirty="0"/>
              <a:t>(</a:t>
            </a:r>
            <a:r>
              <a:rPr lang="ja-JP" altLang="en-US" dirty="0"/>
              <a:t>もじ</a:t>
            </a:r>
            <a:r>
              <a:rPr kumimoji="1" lang="en-US" altLang="ja-JP" dirty="0"/>
              <a:t>)</a:t>
            </a:r>
            <a:r>
              <a:rPr kumimoji="1" lang="ja-JP" altLang="en-US" dirty="0"/>
              <a:t>を赤</a:t>
            </a:r>
            <a:r>
              <a:rPr kumimoji="1" lang="en-US" altLang="ja-JP" dirty="0"/>
              <a:t>(</a:t>
            </a:r>
            <a:r>
              <a:rPr kumimoji="1" lang="ja-JP" altLang="en-US" dirty="0"/>
              <a:t>あか</a:t>
            </a:r>
            <a:r>
              <a:rPr kumimoji="1" lang="en-US" altLang="ja-JP" dirty="0"/>
              <a:t>)</a:t>
            </a:r>
            <a:r>
              <a:rPr kumimoji="1" lang="ja-JP" altLang="en-US" dirty="0"/>
              <a:t>くします。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8248525-E175-A6F2-FE19-2F9826D07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618" y="3841980"/>
            <a:ext cx="4277322" cy="209579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8B35828-F30F-8A83-E4DF-B7E94854F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34" y="3782750"/>
            <a:ext cx="4105848" cy="2095792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ECCCD168-F171-8B0A-55A5-00773E38266B}"/>
              </a:ext>
            </a:extLst>
          </p:cNvPr>
          <p:cNvSpPr/>
          <p:nvPr/>
        </p:nvSpPr>
        <p:spPr>
          <a:xfrm>
            <a:off x="5564940" y="4595056"/>
            <a:ext cx="531060" cy="317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5E03359-680F-287F-3949-0B20059B694B}"/>
              </a:ext>
            </a:extLst>
          </p:cNvPr>
          <p:cNvSpPr txBox="1"/>
          <p:nvPr/>
        </p:nvSpPr>
        <p:spPr>
          <a:xfrm>
            <a:off x="771524" y="3861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JavaScript</a:t>
            </a:r>
            <a:r>
              <a:rPr kumimoji="1" lang="ja-JP" altLang="en-US" b="1" dirty="0"/>
              <a:t>の例</a:t>
            </a:r>
          </a:p>
        </p:txBody>
      </p:sp>
    </p:spTree>
    <p:extLst>
      <p:ext uri="{BB962C8B-B14F-4D97-AF65-F5344CB8AC3E}">
        <p14:creationId xmlns:p14="http://schemas.microsoft.com/office/powerpoint/2010/main" val="774859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329D-6D45-7F87-CFF4-D1227630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B8128FC-C783-EEC2-5605-E0500C2B380F}"/>
              </a:ext>
            </a:extLst>
          </p:cNvPr>
          <p:cNvSpPr txBox="1"/>
          <p:nvPr/>
        </p:nvSpPr>
        <p:spPr>
          <a:xfrm>
            <a:off x="1279616" y="2767280"/>
            <a:ext cx="970009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/>
              <a:t>【</a:t>
            </a:r>
            <a:r>
              <a:rPr kumimoji="1" lang="ja-JP" altLang="en-US" sz="4000" dirty="0"/>
              <a:t>たとえ</a:t>
            </a:r>
            <a:r>
              <a:rPr kumimoji="1" lang="en-US" altLang="ja-JP" sz="4000" dirty="0"/>
              <a:t>】</a:t>
            </a:r>
          </a:p>
          <a:p>
            <a:r>
              <a:rPr kumimoji="1" lang="ja-JP" altLang="en-US" sz="4000" dirty="0"/>
              <a:t>「機械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きかい</a:t>
            </a:r>
            <a:r>
              <a:rPr kumimoji="1" lang="en-US" altLang="ja-JP" sz="4000" dirty="0"/>
              <a:t>)</a:t>
            </a:r>
            <a:r>
              <a:rPr lang="ja-JP" altLang="en-US" sz="4000" dirty="0"/>
              <a:t>の</a:t>
            </a:r>
            <a:r>
              <a:rPr kumimoji="1" lang="ja-JP" altLang="en-US" sz="4000" dirty="0"/>
              <a:t>修理</a:t>
            </a:r>
            <a:r>
              <a:rPr kumimoji="1" lang="en-US" altLang="ja-JP" sz="4000" dirty="0"/>
              <a:t>(</a:t>
            </a:r>
            <a:r>
              <a:rPr kumimoji="1" lang="ja-JP" altLang="en-US" sz="4000" dirty="0"/>
              <a:t>しゅうり</a:t>
            </a:r>
            <a:r>
              <a:rPr kumimoji="1" lang="en-US" altLang="ja-JP" sz="4000" dirty="0"/>
              <a:t>)</a:t>
            </a:r>
            <a:r>
              <a:rPr kumimoji="1" lang="ja-JP" altLang="en-US" sz="4000" dirty="0"/>
              <a:t>をする」</a:t>
            </a:r>
            <a:endParaRPr kumimoji="1" lang="en-US" altLang="ja-JP" sz="4000" dirty="0"/>
          </a:p>
          <a:p>
            <a:r>
              <a:rPr lang="ja-JP" altLang="en-US" sz="4000" dirty="0"/>
              <a:t>と命令</a:t>
            </a:r>
            <a:r>
              <a:rPr lang="en-US" altLang="ja-JP" sz="4000" dirty="0"/>
              <a:t>(</a:t>
            </a:r>
            <a:r>
              <a:rPr lang="ja-JP" altLang="en-US" sz="4000" dirty="0"/>
              <a:t>めいれい</a:t>
            </a:r>
            <a:r>
              <a:rPr lang="en-US" altLang="ja-JP" sz="4000" dirty="0"/>
              <a:t>)</a:t>
            </a:r>
            <a:r>
              <a:rPr lang="ja-JP" altLang="en-US" sz="4000" dirty="0"/>
              <a:t>する</a:t>
            </a:r>
            <a:endParaRPr kumimoji="1" lang="ja-JP" altLang="en-US" sz="4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F3CDD36-AA72-8497-4BBD-CB9ACBBC975C}"/>
              </a:ext>
            </a:extLst>
          </p:cNvPr>
          <p:cNvSpPr txBox="1"/>
          <p:nvPr/>
        </p:nvSpPr>
        <p:spPr>
          <a:xfrm>
            <a:off x="532712" y="391885"/>
            <a:ext cx="6433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600" b="1" dirty="0"/>
              <a:t>II.</a:t>
            </a:r>
            <a:r>
              <a:rPr kumimoji="1" lang="ja-JP" altLang="en-US" sz="3600" b="1" dirty="0"/>
              <a:t>メソッドを呼</a:t>
            </a:r>
            <a:r>
              <a:rPr kumimoji="1" lang="en-US" altLang="ja-JP" sz="3600" b="1" dirty="0"/>
              <a:t>(</a:t>
            </a:r>
            <a:r>
              <a:rPr kumimoji="1" lang="ja-JP" altLang="en-US" sz="3600" b="1" dirty="0"/>
              <a:t>よ</a:t>
            </a:r>
            <a:r>
              <a:rPr kumimoji="1" lang="en-US" altLang="ja-JP" sz="3600" b="1" dirty="0"/>
              <a:t>)</a:t>
            </a:r>
            <a:r>
              <a:rPr kumimoji="1" lang="ja-JP" altLang="en-US" sz="3600" b="1" dirty="0"/>
              <a:t>び出</a:t>
            </a:r>
            <a:r>
              <a:rPr kumimoji="1" lang="en-US" altLang="ja-JP" sz="3600" b="1" dirty="0"/>
              <a:t>(</a:t>
            </a:r>
            <a:r>
              <a:rPr kumimoji="1" lang="ja-JP" altLang="en-US" sz="3600" b="1" dirty="0"/>
              <a:t>だ</a:t>
            </a:r>
            <a:r>
              <a:rPr kumimoji="1" lang="en-US" altLang="ja-JP" sz="3600" b="1" dirty="0"/>
              <a:t>)</a:t>
            </a:r>
            <a:r>
              <a:rPr kumimoji="1" lang="ja-JP" altLang="en-US" sz="3600" b="1" dirty="0"/>
              <a:t>す</a:t>
            </a:r>
          </a:p>
        </p:txBody>
      </p:sp>
    </p:spTree>
    <p:extLst>
      <p:ext uri="{BB962C8B-B14F-4D97-AF65-F5344CB8AC3E}">
        <p14:creationId xmlns:p14="http://schemas.microsoft.com/office/powerpoint/2010/main" val="4182217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F450-2D2C-D654-DC6E-77E88011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653FB27-E6D6-F6DA-BD8F-110223400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4F879B7A-13D3-8D7B-3605-8A908DF48E10}"/>
              </a:ext>
            </a:extLst>
          </p:cNvPr>
          <p:cNvGraphicFramePr>
            <a:graphicFrameLocks noGrp="1"/>
          </p:cNvGraphicFramePr>
          <p:nvPr/>
        </p:nvGraphicFramePr>
        <p:xfrm>
          <a:off x="7805057" y="728334"/>
          <a:ext cx="3992335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335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プロパティ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オブジェクトの様子</a:t>
                      </a:r>
                      <a:endParaRPr kumimoji="1" lang="en-US" altLang="ja-JP" sz="1400" dirty="0">
                        <a:latin typeface="+mj-ea"/>
                        <a:ea typeface="+mj-ea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オブジェクトの持ち物</a:t>
                      </a:r>
                      <a:endParaRPr kumimoji="1" lang="en-US" altLang="ja-JP" sz="1400" dirty="0">
                        <a:latin typeface="+mj-ea"/>
                        <a:ea typeface="+mj-ea"/>
                      </a:endParaRPr>
                    </a:p>
                    <a:p>
                      <a:pPr marL="0" indent="0" algn="r">
                        <a:buFontTx/>
                        <a:buNone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など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着ている服の色：</a:t>
                      </a: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赤</a:t>
                      </a:r>
                      <a:endParaRPr kumimoji="1" lang="en-US" altLang="ja-JP" b="1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kumimoji="1" lang="ja-JP" altLang="en-US" dirty="0"/>
                        <a:t>履いている靴の色：ベージュ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髪：ショートヘア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カバンの種類：ショルダーバッグ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B1667707-AE54-C4A4-BB63-50ADC90C0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096390"/>
              </p:ext>
            </p:extLst>
          </p:nvPr>
        </p:nvGraphicFramePr>
        <p:xfrm>
          <a:off x="801615" y="728334"/>
          <a:ext cx="3009783" cy="3877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9783">
                  <a:extLst>
                    <a:ext uri="{9D8B030D-6E8A-4147-A177-3AD203B41FA5}">
                      <a16:colId xmlns:a16="http://schemas.microsoft.com/office/drawing/2014/main" val="1828524323"/>
                    </a:ext>
                  </a:extLst>
                </a:gridCol>
              </a:tblGrid>
              <a:tr h="1118724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メソッド</a:t>
                      </a:r>
                      <a:endParaRPr kumimoji="1" lang="en-US" altLang="ja-JP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400" dirty="0">
                          <a:latin typeface="+mj-ea"/>
                          <a:ea typeface="+mj-ea"/>
                        </a:rPr>
                        <a:t>オブジェクトの動作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971193"/>
                  </a:ext>
                </a:extLst>
              </a:tr>
              <a:tr h="27584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機械の修理をする</a:t>
                      </a:r>
                      <a:endParaRPr kumimoji="1" lang="en-US" altLang="ja-JP" b="1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カバンから中身を出す</a:t>
                      </a:r>
                      <a:endParaRPr kumimoji="1" lang="en-US" altLang="ja-JP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/>
                        <a:t>カバンにものを入れる</a:t>
                      </a:r>
                    </a:p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05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69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433</Words>
  <Application>Microsoft Office PowerPoint</Application>
  <PresentationFormat>ワイド画面</PresentationFormat>
  <Paragraphs>66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Consolas</vt:lpstr>
      <vt:lpstr>Office テーマ</vt:lpstr>
      <vt:lpstr>メソッドとプロパティ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2026-05-19T03:18:53Z</dcterms:created>
  <dcterms:modified xsi:type="dcterms:W3CDTF">2026-05-19T15:05:19Z</dcterms:modified>
</cp:coreProperties>
</file>