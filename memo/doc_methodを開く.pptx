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66AAC-A85D-E502-1FB9-4C7C4F813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5A91E52-75A3-C0C7-5902-B4C81BFD9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C83B6D-C524-DC23-D336-29A39735F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F9A6B9-84C5-D117-69B6-A2D1E71E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E19A78-9051-1934-D988-5D90EE46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05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BD172E-A25E-A008-12EA-A97F00E4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8128B7-814A-9ADC-9184-21905BDD4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276DC9-C4D4-A8FB-FE50-54F6A1C77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2925A1-8693-51EA-891C-6F60769ED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F4ABDE-3FD3-592A-81D3-3EDE0E54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413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985520-9459-29CF-A9FC-CD5917F89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FBFD77-7682-36AE-085A-7AF2B2024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D374B3-9502-F5C4-6A35-8BA2ACA0B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D59ED-3AFE-A3DA-C3C0-60633C22B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016F39-D4B6-DE2A-453B-B568D127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16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2345F2-9B5F-96C3-F59A-4C0B99C33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76E42E-4E03-1B63-431E-21F2C2190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270C05-B002-4B47-5DF2-21AB4E0FA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88159B-66B5-599E-0C55-9988CFF5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44BBC1-8F81-F4A8-AEE1-A7E0F22D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FA73E-4D00-4A6C-4B5A-A764D76F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40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8917F4-BD60-A601-6CDB-020F4D1FF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34B62B-A4A2-CC93-E0A7-2B3A25210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6213F4-511C-67C3-A5A5-51F07F98C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F91CD50-964D-EF63-6FEB-CC4A26ADB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18FA3DE-EB82-9DB2-A365-03DAF9CFF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ECBB9A2-0E24-BAF0-7B0F-80438772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063018-881A-52EA-CD96-8DAF4E3F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4082D45-FB9D-8532-5D58-2C625984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6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240969-7A6F-C7F4-8A40-B70D5400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7F1BA5-7C70-8D87-5ED9-FF0D4063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43329AF-8DD4-D64E-E741-2DE7EFCF6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28215B8-5775-2089-DF28-2BB29AF0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272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6BD93A-3E69-82E5-0AD6-E98B425C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D24E987-DBB6-485D-589F-CDF0E726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F35C41-BA23-92E2-BAAF-1FB7802A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9394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B8BFEE-DC94-E7D3-266E-09AC02F8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E9E2EA-2752-6067-83BD-C2B020C9D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C940B0-CD49-3517-048F-3F7D68D8B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A7882E-7822-A284-8268-496600FA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CB771E-2BFA-5853-A370-73663ACDE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7570FD-7439-ED8E-A6B9-83B991A5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876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F73754-0950-2FDD-6639-75AF6199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E442456-D6D9-E59E-5114-846E2825E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B6E92D-F81B-B23A-15D3-EDC8B99B7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6624C6-7CE2-64A8-63AB-EA2A63DE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A95B45-B6A2-D14C-B0F4-7F37BF059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F799ED-C6D9-3007-93AD-DB2159DC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116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C22076-A96A-1DB8-4D63-E270770B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BDFFA2-3DAD-6C4B-825E-C574623AA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820A85-6BC9-9607-CDBE-B5BFE1B9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6900F9-399A-B183-EB3A-6FE77F20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286054-96B1-468E-6190-A56C25F1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83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933877F-CFE1-06FB-D617-BCFB8CCE2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2A0658-BE01-7F38-DC1F-BE9E3820A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93D613-8055-E38C-CDFC-FD46BAB9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7E1811-784C-09D7-6D41-296D11054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7A6217-77E5-3733-B223-022F9D8E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71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E511EB0-55EC-63C2-8265-79E9A4F28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6838AF0-CD9E-96A8-3948-818E8FD19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0FAF5D-E94E-906F-11A6-640E108FA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1AF9A-5912-430D-B869-7CB12C5ED481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E4E549-1DAD-E7BD-8B52-A17683996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2DB219-ACAD-ECC3-1B0D-B40929F61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B06E7-DBBF-4AC1-8418-4B340FA1A2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10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A04008-A6DE-8AF5-BD50-4033B3C0DE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5DA364-8F2D-3F2E-7758-8A2199B9D8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480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6E8DC61-8CC8-7E4B-C63E-AA2663F7C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497" y="790206"/>
            <a:ext cx="4525006" cy="5277587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A4BAFFF-0FE4-68E9-0436-4D04040570BE}"/>
              </a:ext>
            </a:extLst>
          </p:cNvPr>
          <p:cNvSpPr/>
          <p:nvPr/>
        </p:nvSpPr>
        <p:spPr>
          <a:xfrm>
            <a:off x="5048655" y="933855"/>
            <a:ext cx="3394954" cy="4085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6BC0776-5ED3-CF7E-EE9E-2EEE6BC07270}"/>
              </a:ext>
            </a:extLst>
          </p:cNvPr>
          <p:cNvSpPr/>
          <p:nvPr/>
        </p:nvSpPr>
        <p:spPr>
          <a:xfrm>
            <a:off x="3748391" y="5735431"/>
            <a:ext cx="1517573" cy="4085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49BDDF99-7748-680F-7D30-5FED1A6E3958}"/>
              </a:ext>
            </a:extLst>
          </p:cNvPr>
          <p:cNvSpPr/>
          <p:nvPr/>
        </p:nvSpPr>
        <p:spPr>
          <a:xfrm>
            <a:off x="1347108" y="2167324"/>
            <a:ext cx="3216728" cy="914400"/>
          </a:xfrm>
          <a:prstGeom prst="wedgeRoundRectCallout">
            <a:avLst>
              <a:gd name="adj1" fmla="val 45266"/>
              <a:gd name="adj2" fmla="val 3455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① 「</a:t>
            </a:r>
            <a:r>
              <a:rPr kumimoji="1" lang="en-US" altLang="ja-JP" dirty="0"/>
              <a:t>doc_method.html</a:t>
            </a:r>
            <a:r>
              <a:rPr lang="ja-JP" altLang="en-US" dirty="0"/>
              <a:t>」</a:t>
            </a:r>
            <a:r>
              <a:rPr kumimoji="1" lang="ja-JP" altLang="en-US" dirty="0"/>
              <a:t>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右クリック</a:t>
            </a: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CC37C7A6-3A4F-CFF0-A31A-987364F41FFD}"/>
              </a:ext>
            </a:extLst>
          </p:cNvPr>
          <p:cNvSpPr/>
          <p:nvPr/>
        </p:nvSpPr>
        <p:spPr>
          <a:xfrm>
            <a:off x="7421336" y="4471306"/>
            <a:ext cx="3850821" cy="914400"/>
          </a:xfrm>
          <a:prstGeom prst="wedgeRoundRectCallout">
            <a:avLst>
              <a:gd name="adj1" fmla="val -80728"/>
              <a:gd name="adj2" fmla="val -387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②「</a:t>
            </a:r>
            <a:r>
              <a:rPr kumimoji="1" lang="en-US" altLang="ja-JP" dirty="0"/>
              <a:t>Open with Live Server</a:t>
            </a:r>
            <a:r>
              <a:rPr kumimoji="1" lang="ja-JP" altLang="en-US" dirty="0"/>
              <a:t>」を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クリック</a:t>
            </a:r>
          </a:p>
        </p:txBody>
      </p:sp>
    </p:spTree>
    <p:extLst>
      <p:ext uri="{BB962C8B-B14F-4D97-AF65-F5344CB8AC3E}">
        <p14:creationId xmlns:p14="http://schemas.microsoft.com/office/powerpoint/2010/main" val="205748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</Words>
  <Application>Microsoft Office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2026-07-07T13:41:48Z</dcterms:created>
  <dcterms:modified xsi:type="dcterms:W3CDTF">2026-07-07T13:47:32Z</dcterms:modified>
</cp:coreProperties>
</file>