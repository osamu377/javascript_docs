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4A94AD52-112F-410A-9D77-7DAA9D204343}"/>
    <pc:docChg chg="modSld">
      <pc:chgData name="越智 統" userId="2de33d77-a65a-42d1-92e2-b40da65bb07e" providerId="ADAL" clId="{4A94AD52-112F-410A-9D77-7DAA9D204343}" dt="2026-03-06T06:45:31.541" v="3" actId="1076"/>
      <pc:docMkLst>
        <pc:docMk/>
      </pc:docMkLst>
      <pc:sldChg chg="modSp mod">
        <pc:chgData name="越智 統" userId="2de33d77-a65a-42d1-92e2-b40da65bb07e" providerId="ADAL" clId="{4A94AD52-112F-410A-9D77-7DAA9D204343}" dt="2026-03-06T06:45:31.541" v="3" actId="1076"/>
        <pc:sldMkLst>
          <pc:docMk/>
          <pc:sldMk cId="1198228163" sldId="256"/>
        </pc:sldMkLst>
        <pc:spChg chg="mod">
          <ac:chgData name="越智 統" userId="2de33d77-a65a-42d1-92e2-b40da65bb07e" providerId="ADAL" clId="{4A94AD52-112F-410A-9D77-7DAA9D204343}" dt="2026-03-06T06:45:20.445" v="0" actId="1076"/>
          <ac:spMkLst>
            <pc:docMk/>
            <pc:sldMk cId="1198228163" sldId="256"/>
            <ac:spMk id="24" creationId="{5878E00D-AF97-17A7-FD6A-DA260F442284}"/>
          </ac:spMkLst>
        </pc:spChg>
        <pc:spChg chg="mod">
          <ac:chgData name="越智 統" userId="2de33d77-a65a-42d1-92e2-b40da65bb07e" providerId="ADAL" clId="{4A94AD52-112F-410A-9D77-7DAA9D204343}" dt="2026-03-06T06:45:24.536" v="1" actId="1076"/>
          <ac:spMkLst>
            <pc:docMk/>
            <pc:sldMk cId="1198228163" sldId="256"/>
            <ac:spMk id="25" creationId="{19123CDD-EA11-6E13-3692-55346A253630}"/>
          </ac:spMkLst>
        </pc:spChg>
        <pc:spChg chg="mod">
          <ac:chgData name="越智 統" userId="2de33d77-a65a-42d1-92e2-b40da65bb07e" providerId="ADAL" clId="{4A94AD52-112F-410A-9D77-7DAA9D204343}" dt="2026-03-06T06:45:28.887" v="2" actId="1076"/>
          <ac:spMkLst>
            <pc:docMk/>
            <pc:sldMk cId="1198228163" sldId="256"/>
            <ac:spMk id="26" creationId="{1C027E28-CF01-5D19-9DF7-62E73CED678A}"/>
          </ac:spMkLst>
        </pc:spChg>
        <pc:spChg chg="mod">
          <ac:chgData name="越智 統" userId="2de33d77-a65a-42d1-92e2-b40da65bb07e" providerId="ADAL" clId="{4A94AD52-112F-410A-9D77-7DAA9D204343}" dt="2026-03-06T06:45:31.541" v="3" actId="1076"/>
          <ac:spMkLst>
            <pc:docMk/>
            <pc:sldMk cId="1198228163" sldId="256"/>
            <ac:spMk id="27" creationId="{3ECFAE66-34ED-0DFC-986F-6E794B799A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6468DB-3140-5981-30F6-C2CEF3311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2641A45-B72C-6894-4393-A43F53FEE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3A12D7-CE04-4F89-F491-C521E44C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70D284-C76A-82F0-2CFB-ED3B1C2E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8BA67-0C69-2B7F-08C2-4ED36981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24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D158EE-7F70-9179-DA08-BF534137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73CA89-139A-B74A-1014-02656940A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21D67F-C85B-A185-B9F4-5CB9534F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F40B20-A6EE-E0DE-02B7-BD4A86C4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60713A-978A-ED10-3DAA-6F6C6625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661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9395C-B449-C0A0-3F94-932594E3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719CFA-BBFA-E65E-D70B-00457B437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A6B439-1881-23D1-11A4-B3FBEAB2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50CB36-8186-CBD5-54E3-07AD6B77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3F3C1B-B3DC-9085-C4AA-C693B1D2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16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F0F044-0EC9-DF78-1C98-BAAA9922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37D74C-32E5-3C1D-A9C6-E7757AA01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FB4922-C3CF-F093-58D2-903BB0100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0428B1-425C-F452-0337-B8A90841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B09DCB-D650-F03B-66A0-BED3EE190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0561CA-822A-DB54-E71A-BD8E43C9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16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01C2B-340E-985B-9F8E-CEF995F8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2C8DD-D2A3-1697-312D-AC13388F2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AAE467-3724-6C80-73A4-35E7522A9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10F602-F848-887F-75CF-42CFA355C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E7476B-EF43-8CC2-BADE-41C0D227D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DD7E26-8AE1-C3B3-48C7-0FDC127A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54A9EF6-55D9-7144-C957-1547F7DB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F7A1FB-C746-1C8E-F51C-5AADED1D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735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C726E-4152-7993-7264-D2B3BD24B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7720203-8891-C098-007F-C3BE531D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8E1BD3-9E5F-1EE9-5A13-8534BF1E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980838-0B52-F4B4-3EB6-11B17731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40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3A53D9-3706-09EF-B773-EEC5E2A8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D7367F-05B6-470F-BA19-B84BF0EE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2E48CF-BEA9-91E8-475B-5AD261E5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22ABD-506E-EACE-9D53-CF766876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0A6CAF-4306-00A5-627B-31F502C2A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3673A9-9C94-B512-8E32-24D88E54C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83DC93-8AA7-1299-CE66-87E25D60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8B70D2-E3A9-6A15-0771-7A2CE254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DA6889-DD6E-FE58-1A2C-9E0A28A3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43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8F8B-D3BF-BD09-2629-0E366C28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A136C4-183D-1275-661B-5F0AC8F5C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789927-2347-2B6A-7308-FD04662EE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A0471A-D67D-AD63-B99B-F2A222BD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07FEA3-E456-DC10-6E36-B9DF3F1F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1ADBC2-B8A7-8E4F-99E2-82764C82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002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260835-5069-1475-C445-3D414A44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539228-4A8C-3E60-736E-4A64090B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048414-0FD2-6F13-DBC4-B7ADD5FD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3DB5E9-A643-3BAE-D07F-70D821BA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90AF78-F2A0-285F-7B20-D53A5F2F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2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912D15-0506-5F3E-F1AE-1CCABFBB7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985B98-F705-2DC0-E6CA-1BF73E12C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DFB439-00A9-856A-1A41-7BB72CFB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358E3D-5D3E-6B3E-77DC-7E4E879F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E5EBD8-4152-4501-35F8-38CDA04E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67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7F13DC-C3D5-1840-C3F9-4B216C6F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CEF162-1263-D981-6EAE-ECCEBC840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34FED-6B3F-AEE1-AA08-BA512D7EF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AD94F-2DD3-4006-8A15-15B5DA9D8E59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C435B-12A4-43A5-90C6-16B3F00AD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C327D6-E0C7-E3E0-EC6C-2A14C560D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42EBD-3A03-45DF-B4A0-6C7AA43B6E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32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白いバックグラウンドの前にあるキーボ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D5018A4-90CD-1522-DF32-6DF1557E7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51" y="2276475"/>
            <a:ext cx="8543925" cy="2305050"/>
          </a:xfrm>
          <a:prstGeom prst="rect">
            <a:avLst/>
          </a:prstGeom>
        </p:spPr>
      </p:pic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AFDEC119-FDBC-466E-CB2D-3DFC4333D00E}"/>
              </a:ext>
            </a:extLst>
          </p:cNvPr>
          <p:cNvSpPr/>
          <p:nvPr/>
        </p:nvSpPr>
        <p:spPr>
          <a:xfrm>
            <a:off x="958795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6711"/>
              <a:gd name="adj4" fmla="val 12323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159A8410-4E66-6829-E3E7-8CAE5D2AAB7B}"/>
              </a:ext>
            </a:extLst>
          </p:cNvPr>
          <p:cNvSpPr/>
          <p:nvPr/>
        </p:nvSpPr>
        <p:spPr>
          <a:xfrm>
            <a:off x="1548152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0132"/>
              <a:gd name="adj4" fmla="val 8624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吹き出し: 線 7">
            <a:extLst>
              <a:ext uri="{FF2B5EF4-FFF2-40B4-BE49-F238E27FC236}">
                <a16:creationId xmlns:a16="http://schemas.microsoft.com/office/drawing/2014/main" id="{A6F8612E-46CB-EA87-54B4-2208F98A6A79}"/>
              </a:ext>
            </a:extLst>
          </p:cNvPr>
          <p:cNvSpPr/>
          <p:nvPr/>
        </p:nvSpPr>
        <p:spPr>
          <a:xfrm>
            <a:off x="3406541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88815"/>
              <a:gd name="adj4" fmla="val -3212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6AE9D2C2-6215-A53F-A9A8-6B87CE11BCC6}"/>
              </a:ext>
            </a:extLst>
          </p:cNvPr>
          <p:cNvSpPr/>
          <p:nvPr/>
        </p:nvSpPr>
        <p:spPr>
          <a:xfrm>
            <a:off x="2154604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2762"/>
              <a:gd name="adj4" fmla="val 448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0" name="吹き出し: 線 9">
            <a:extLst>
              <a:ext uri="{FF2B5EF4-FFF2-40B4-BE49-F238E27FC236}">
                <a16:creationId xmlns:a16="http://schemas.microsoft.com/office/drawing/2014/main" id="{09A5BA45-86D3-0C6D-76C6-7B0EA8FA82AB}"/>
              </a:ext>
            </a:extLst>
          </p:cNvPr>
          <p:cNvSpPr/>
          <p:nvPr/>
        </p:nvSpPr>
        <p:spPr>
          <a:xfrm>
            <a:off x="2777469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84868"/>
              <a:gd name="adj4" fmla="val 93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4</a:t>
            </a:r>
            <a:endParaRPr kumimoji="1" lang="ja-JP" altLang="en-US" dirty="0"/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68168496-EDFC-7F8E-1376-3B93CA231BC3}"/>
              </a:ext>
            </a:extLst>
          </p:cNvPr>
          <p:cNvSpPr/>
          <p:nvPr/>
        </p:nvSpPr>
        <p:spPr>
          <a:xfrm>
            <a:off x="3989168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3075"/>
              <a:gd name="adj4" fmla="val -7981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5B80A23C-D363-4DB1-51FB-C3C10B9FDAC8}"/>
              </a:ext>
            </a:extLst>
          </p:cNvPr>
          <p:cNvSpPr/>
          <p:nvPr/>
        </p:nvSpPr>
        <p:spPr>
          <a:xfrm>
            <a:off x="4574766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88721"/>
              <a:gd name="adj4" fmla="val -11463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7</a:t>
            </a:r>
            <a:endParaRPr kumimoji="1" lang="ja-JP" altLang="en-US" dirty="0"/>
          </a:p>
        </p:txBody>
      </p:sp>
      <p:sp>
        <p:nvSpPr>
          <p:cNvPr id="13" name="吹き出し: 線 12">
            <a:extLst>
              <a:ext uri="{FF2B5EF4-FFF2-40B4-BE49-F238E27FC236}">
                <a16:creationId xmlns:a16="http://schemas.microsoft.com/office/drawing/2014/main" id="{E20EC774-1067-BA67-682E-CA812C169B9B}"/>
              </a:ext>
            </a:extLst>
          </p:cNvPr>
          <p:cNvSpPr/>
          <p:nvPr/>
        </p:nvSpPr>
        <p:spPr>
          <a:xfrm>
            <a:off x="5729964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6114"/>
              <a:gd name="adj4" fmla="val -1907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4" name="吹き出し: 線 13">
            <a:extLst>
              <a:ext uri="{FF2B5EF4-FFF2-40B4-BE49-F238E27FC236}">
                <a16:creationId xmlns:a16="http://schemas.microsoft.com/office/drawing/2014/main" id="{6B899F6D-830E-41E4-C436-40B63533BD0F}"/>
              </a:ext>
            </a:extLst>
          </p:cNvPr>
          <p:cNvSpPr/>
          <p:nvPr/>
        </p:nvSpPr>
        <p:spPr>
          <a:xfrm>
            <a:off x="5145409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1963"/>
              <a:gd name="adj4" fmla="val -14151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8</a:t>
            </a:r>
            <a:endParaRPr kumimoji="1" lang="ja-JP" altLang="en-US" dirty="0"/>
          </a:p>
        </p:txBody>
      </p:sp>
      <p:sp>
        <p:nvSpPr>
          <p:cNvPr id="15" name="吹き出し: 線 14">
            <a:extLst>
              <a:ext uri="{FF2B5EF4-FFF2-40B4-BE49-F238E27FC236}">
                <a16:creationId xmlns:a16="http://schemas.microsoft.com/office/drawing/2014/main" id="{490460CC-FA7C-BC42-4F3C-BD3362574D99}"/>
              </a:ext>
            </a:extLst>
          </p:cNvPr>
          <p:cNvSpPr/>
          <p:nvPr/>
        </p:nvSpPr>
        <p:spPr>
          <a:xfrm>
            <a:off x="6315562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88015"/>
              <a:gd name="adj4" fmla="val -22460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10</a:t>
            </a:r>
            <a:endParaRPr kumimoji="1" lang="ja-JP" altLang="en-US" dirty="0"/>
          </a:p>
        </p:txBody>
      </p:sp>
      <p:sp>
        <p:nvSpPr>
          <p:cNvPr id="16" name="吹き出し: 線 15">
            <a:extLst>
              <a:ext uri="{FF2B5EF4-FFF2-40B4-BE49-F238E27FC236}">
                <a16:creationId xmlns:a16="http://schemas.microsoft.com/office/drawing/2014/main" id="{CC33F99B-72DA-2B86-C989-88C9F8CF8FBF}"/>
              </a:ext>
            </a:extLst>
          </p:cNvPr>
          <p:cNvSpPr/>
          <p:nvPr/>
        </p:nvSpPr>
        <p:spPr>
          <a:xfrm>
            <a:off x="6933945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3780"/>
              <a:gd name="adj4" fmla="val -26443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11</a:t>
            </a:r>
            <a:endParaRPr kumimoji="1" lang="ja-JP" altLang="en-US" dirty="0"/>
          </a:p>
        </p:txBody>
      </p:sp>
      <p:sp>
        <p:nvSpPr>
          <p:cNvPr id="17" name="吹き出し: 線 16">
            <a:extLst>
              <a:ext uri="{FF2B5EF4-FFF2-40B4-BE49-F238E27FC236}">
                <a16:creationId xmlns:a16="http://schemas.microsoft.com/office/drawing/2014/main" id="{C1EDF572-6545-8838-35A9-BF67D93377DA}"/>
              </a:ext>
            </a:extLst>
          </p:cNvPr>
          <p:cNvSpPr/>
          <p:nvPr/>
        </p:nvSpPr>
        <p:spPr>
          <a:xfrm>
            <a:off x="7562768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4079"/>
              <a:gd name="adj4" fmla="val -3103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12</a:t>
            </a:r>
            <a:endParaRPr kumimoji="1" lang="ja-JP" altLang="en-US" dirty="0"/>
          </a:p>
        </p:txBody>
      </p:sp>
      <p:sp>
        <p:nvSpPr>
          <p:cNvPr id="18" name="吹き出し: 線 17">
            <a:extLst>
              <a:ext uri="{FF2B5EF4-FFF2-40B4-BE49-F238E27FC236}">
                <a16:creationId xmlns:a16="http://schemas.microsoft.com/office/drawing/2014/main" id="{C2F63D7B-FE4A-7827-FF0F-351B75E31CAC}"/>
              </a:ext>
            </a:extLst>
          </p:cNvPr>
          <p:cNvSpPr/>
          <p:nvPr/>
        </p:nvSpPr>
        <p:spPr>
          <a:xfrm>
            <a:off x="8190642" y="972000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94079"/>
              <a:gd name="adj4" fmla="val -36060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13</a:t>
            </a:r>
            <a:endParaRPr kumimoji="1" lang="ja-JP" altLang="en-US" dirty="0"/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9158AEB4-B917-E967-758B-9D8CE6AD61FB}"/>
              </a:ext>
            </a:extLst>
          </p:cNvPr>
          <p:cNvSpPr/>
          <p:nvPr/>
        </p:nvSpPr>
        <p:spPr>
          <a:xfrm>
            <a:off x="8228350" y="1966232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00658"/>
              <a:gd name="adj4" fmla="val -4656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14</a:t>
            </a:r>
            <a:endParaRPr kumimoji="1" lang="ja-JP" altLang="en-US" dirty="0"/>
          </a:p>
        </p:txBody>
      </p:sp>
      <p:sp>
        <p:nvSpPr>
          <p:cNvPr id="20" name="吹き出し: 線 19">
            <a:extLst>
              <a:ext uri="{FF2B5EF4-FFF2-40B4-BE49-F238E27FC236}">
                <a16:creationId xmlns:a16="http://schemas.microsoft.com/office/drawing/2014/main" id="{4BAB3851-E42B-E651-3E1B-46BFBC0EBCA3}"/>
              </a:ext>
            </a:extLst>
          </p:cNvPr>
          <p:cNvSpPr/>
          <p:nvPr/>
        </p:nvSpPr>
        <p:spPr>
          <a:xfrm>
            <a:off x="8935636" y="1966231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204605"/>
              <a:gd name="adj4" fmla="val -52485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15</a:t>
            </a:r>
            <a:endParaRPr kumimoji="1" lang="ja-JP" altLang="en-US" dirty="0"/>
          </a:p>
        </p:txBody>
      </p:sp>
      <p:sp>
        <p:nvSpPr>
          <p:cNvPr id="21" name="吹き出し: 線 20">
            <a:extLst>
              <a:ext uri="{FF2B5EF4-FFF2-40B4-BE49-F238E27FC236}">
                <a16:creationId xmlns:a16="http://schemas.microsoft.com/office/drawing/2014/main" id="{100A644E-B6BC-2179-1655-98EA1D79C8C5}"/>
              </a:ext>
            </a:extLst>
          </p:cNvPr>
          <p:cNvSpPr/>
          <p:nvPr/>
        </p:nvSpPr>
        <p:spPr>
          <a:xfrm>
            <a:off x="8228350" y="2896960"/>
            <a:ext cx="551770" cy="620485"/>
          </a:xfrm>
          <a:prstGeom prst="borderCallout1">
            <a:avLst>
              <a:gd name="adj1" fmla="val 54276"/>
              <a:gd name="adj2" fmla="val -5984"/>
              <a:gd name="adj3" fmla="val 107237"/>
              <a:gd name="adj4" fmla="val -51005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16</a:t>
            </a:r>
            <a:endParaRPr kumimoji="1" lang="ja-JP" altLang="en-US" dirty="0"/>
          </a:p>
        </p:txBody>
      </p:sp>
      <p:sp>
        <p:nvSpPr>
          <p:cNvPr id="22" name="吹き出し: 線 21">
            <a:extLst>
              <a:ext uri="{FF2B5EF4-FFF2-40B4-BE49-F238E27FC236}">
                <a16:creationId xmlns:a16="http://schemas.microsoft.com/office/drawing/2014/main" id="{F027594C-2F57-CDD9-ACC7-4CA46226B440}"/>
              </a:ext>
            </a:extLst>
          </p:cNvPr>
          <p:cNvSpPr/>
          <p:nvPr/>
        </p:nvSpPr>
        <p:spPr>
          <a:xfrm>
            <a:off x="8930763" y="2978601"/>
            <a:ext cx="551770" cy="620485"/>
          </a:xfrm>
          <a:prstGeom prst="borderCallout1">
            <a:avLst>
              <a:gd name="adj1" fmla="val 96382"/>
              <a:gd name="adj2" fmla="val -3025"/>
              <a:gd name="adj3" fmla="val 101973"/>
              <a:gd name="adj4" fmla="val -57367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17</a:t>
            </a:r>
            <a:endParaRPr kumimoji="1" lang="ja-JP" altLang="en-US" dirty="0"/>
          </a:p>
        </p:txBody>
      </p:sp>
      <p:sp>
        <p:nvSpPr>
          <p:cNvPr id="23" name="吹き出し: 線 22">
            <a:extLst>
              <a:ext uri="{FF2B5EF4-FFF2-40B4-BE49-F238E27FC236}">
                <a16:creationId xmlns:a16="http://schemas.microsoft.com/office/drawing/2014/main" id="{073A31B9-B2C6-06CD-2EAB-5B61A0A806A7}"/>
              </a:ext>
            </a:extLst>
          </p:cNvPr>
          <p:cNvSpPr/>
          <p:nvPr/>
        </p:nvSpPr>
        <p:spPr>
          <a:xfrm>
            <a:off x="9507934" y="3352796"/>
            <a:ext cx="551770" cy="620485"/>
          </a:xfrm>
          <a:prstGeom prst="borderCallout1">
            <a:avLst>
              <a:gd name="adj1" fmla="val 106908"/>
              <a:gd name="adj2" fmla="val 48763"/>
              <a:gd name="adj3" fmla="val 54604"/>
              <a:gd name="adj4" fmla="val -59883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18</a:t>
            </a:r>
            <a:endParaRPr kumimoji="1" lang="ja-JP" altLang="en-US" dirty="0"/>
          </a:p>
        </p:txBody>
      </p:sp>
      <p:sp>
        <p:nvSpPr>
          <p:cNvPr id="24" name="吹き出し: 線 23">
            <a:extLst>
              <a:ext uri="{FF2B5EF4-FFF2-40B4-BE49-F238E27FC236}">
                <a16:creationId xmlns:a16="http://schemas.microsoft.com/office/drawing/2014/main" id="{5878E00D-AF97-17A7-FD6A-DA260F442284}"/>
              </a:ext>
            </a:extLst>
          </p:cNvPr>
          <p:cNvSpPr/>
          <p:nvPr/>
        </p:nvSpPr>
        <p:spPr>
          <a:xfrm>
            <a:off x="4931909" y="5256000"/>
            <a:ext cx="551770" cy="620485"/>
          </a:xfrm>
          <a:prstGeom prst="borderCallout1">
            <a:avLst>
              <a:gd name="adj1" fmla="val -3618"/>
              <a:gd name="adj2" fmla="val 42844"/>
              <a:gd name="adj3" fmla="val -198028"/>
              <a:gd name="adj4" fmla="val -247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19</a:t>
            </a:r>
            <a:endParaRPr kumimoji="1" lang="ja-JP" altLang="en-US" dirty="0"/>
          </a:p>
        </p:txBody>
      </p:sp>
      <p:sp>
        <p:nvSpPr>
          <p:cNvPr id="25" name="吹き出し: 線 24">
            <a:extLst>
              <a:ext uri="{FF2B5EF4-FFF2-40B4-BE49-F238E27FC236}">
                <a16:creationId xmlns:a16="http://schemas.microsoft.com/office/drawing/2014/main" id="{19123CDD-EA11-6E13-3692-55346A253630}"/>
              </a:ext>
            </a:extLst>
          </p:cNvPr>
          <p:cNvSpPr/>
          <p:nvPr/>
        </p:nvSpPr>
        <p:spPr>
          <a:xfrm>
            <a:off x="5544230" y="5256000"/>
            <a:ext cx="551770" cy="620485"/>
          </a:xfrm>
          <a:prstGeom prst="borderCallout1">
            <a:avLst>
              <a:gd name="adj1" fmla="val -3618"/>
              <a:gd name="adj2" fmla="val 42844"/>
              <a:gd name="adj3" fmla="val -203291"/>
              <a:gd name="adj4" fmla="val -617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20</a:t>
            </a:r>
            <a:endParaRPr kumimoji="1" lang="ja-JP" altLang="en-US" dirty="0"/>
          </a:p>
        </p:txBody>
      </p:sp>
      <p:sp>
        <p:nvSpPr>
          <p:cNvPr id="26" name="吹き出し: 線 25">
            <a:extLst>
              <a:ext uri="{FF2B5EF4-FFF2-40B4-BE49-F238E27FC236}">
                <a16:creationId xmlns:a16="http://schemas.microsoft.com/office/drawing/2014/main" id="{1C027E28-CF01-5D19-9DF7-62E73CED678A}"/>
              </a:ext>
            </a:extLst>
          </p:cNvPr>
          <p:cNvSpPr/>
          <p:nvPr/>
        </p:nvSpPr>
        <p:spPr>
          <a:xfrm>
            <a:off x="6156551" y="5256000"/>
            <a:ext cx="551770" cy="620485"/>
          </a:xfrm>
          <a:prstGeom prst="borderCallout1">
            <a:avLst>
              <a:gd name="adj1" fmla="val -3618"/>
              <a:gd name="adj2" fmla="val 42844"/>
              <a:gd name="adj3" fmla="val -204607"/>
              <a:gd name="adj4" fmla="val -1001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21</a:t>
            </a:r>
            <a:endParaRPr kumimoji="1" lang="ja-JP" altLang="en-US" dirty="0"/>
          </a:p>
        </p:txBody>
      </p:sp>
      <p:sp>
        <p:nvSpPr>
          <p:cNvPr id="27" name="吹き出し: 線 26">
            <a:extLst>
              <a:ext uri="{FF2B5EF4-FFF2-40B4-BE49-F238E27FC236}">
                <a16:creationId xmlns:a16="http://schemas.microsoft.com/office/drawing/2014/main" id="{3ECFAE66-34ED-0DFC-986F-6E794B799A16}"/>
              </a:ext>
            </a:extLst>
          </p:cNvPr>
          <p:cNvSpPr/>
          <p:nvPr/>
        </p:nvSpPr>
        <p:spPr>
          <a:xfrm>
            <a:off x="6768872" y="5256000"/>
            <a:ext cx="551770" cy="620485"/>
          </a:xfrm>
          <a:prstGeom prst="borderCallout1">
            <a:avLst>
              <a:gd name="adj1" fmla="val -3618"/>
              <a:gd name="adj2" fmla="val 42844"/>
              <a:gd name="adj3" fmla="val -196712"/>
              <a:gd name="adj4" fmla="val -1416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822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</Words>
  <Application>Microsoft Office PowerPoint</Application>
  <PresentationFormat>ワイド画面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2026-03-06T06:32:53Z</dcterms:created>
  <dcterms:modified xsi:type="dcterms:W3CDTF">2026-03-06T06:45:40Z</dcterms:modified>
</cp:coreProperties>
</file>