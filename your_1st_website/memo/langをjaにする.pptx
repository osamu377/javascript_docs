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00556-FF08-4CF6-BB7A-A222CF3649B4}" v="8" dt="2026-03-14T12:42:18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68900556-FF08-4CF6-BB7A-A222CF3649B4}"/>
    <pc:docChg chg="custSel addSld modSld">
      <pc:chgData name="越智 統" userId="2de33d77-a65a-42d1-92e2-b40da65bb07e" providerId="ADAL" clId="{68900556-FF08-4CF6-BB7A-A222CF3649B4}" dt="2026-03-14T12:42:19.636" v="144" actId="962"/>
      <pc:docMkLst>
        <pc:docMk/>
      </pc:docMkLst>
      <pc:sldChg chg="addSp modSp new mod">
        <pc:chgData name="越智 統" userId="2de33d77-a65a-42d1-92e2-b40da65bb07e" providerId="ADAL" clId="{68900556-FF08-4CF6-BB7A-A222CF3649B4}" dt="2026-03-14T12:36:40.921" v="54" actId="14100"/>
        <pc:sldMkLst>
          <pc:docMk/>
          <pc:sldMk cId="111262291" sldId="260"/>
        </pc:sldMkLst>
        <pc:spChg chg="add mod">
          <ac:chgData name="越智 統" userId="2de33d77-a65a-42d1-92e2-b40da65bb07e" providerId="ADAL" clId="{68900556-FF08-4CF6-BB7A-A222CF3649B4}" dt="2026-03-14T12:35:56.887" v="7" actId="14100"/>
          <ac:spMkLst>
            <pc:docMk/>
            <pc:sldMk cId="111262291" sldId="260"/>
            <ac:spMk id="4" creationId="{F6733926-35BD-6D34-12C6-695811C991F0}"/>
          </ac:spMkLst>
        </pc:spChg>
        <pc:spChg chg="add mod">
          <ac:chgData name="越智 統" userId="2de33d77-a65a-42d1-92e2-b40da65bb07e" providerId="ADAL" clId="{68900556-FF08-4CF6-BB7A-A222CF3649B4}" dt="2026-03-14T12:36:40.921" v="54" actId="14100"/>
          <ac:spMkLst>
            <pc:docMk/>
            <pc:sldMk cId="111262291" sldId="260"/>
            <ac:spMk id="5" creationId="{F165DD35-32F1-E858-ADDE-9D4FDC67388D}"/>
          </ac:spMkLst>
        </pc:spChg>
        <pc:picChg chg="add mod">
          <ac:chgData name="越智 統" userId="2de33d77-a65a-42d1-92e2-b40da65bb07e" providerId="ADAL" clId="{68900556-FF08-4CF6-BB7A-A222CF3649B4}" dt="2026-03-14T12:35:51.223" v="5" actId="14100"/>
          <ac:picMkLst>
            <pc:docMk/>
            <pc:sldMk cId="111262291" sldId="260"/>
            <ac:picMk id="3" creationId="{9868B40A-3A6C-7660-39EE-8ACE21A74602}"/>
          </ac:picMkLst>
        </pc:picChg>
      </pc:sldChg>
      <pc:sldChg chg="addSp modSp new mod">
        <pc:chgData name="越智 統" userId="2de33d77-a65a-42d1-92e2-b40da65bb07e" providerId="ADAL" clId="{68900556-FF08-4CF6-BB7A-A222CF3649B4}" dt="2026-03-14T12:39:14.288" v="96" actId="6549"/>
        <pc:sldMkLst>
          <pc:docMk/>
          <pc:sldMk cId="1296768969" sldId="261"/>
        </pc:sldMkLst>
        <pc:spChg chg="add mod">
          <ac:chgData name="越智 統" userId="2de33d77-a65a-42d1-92e2-b40da65bb07e" providerId="ADAL" clId="{68900556-FF08-4CF6-BB7A-A222CF3649B4}" dt="2026-03-14T12:38:52.281" v="67" actId="14100"/>
          <ac:spMkLst>
            <pc:docMk/>
            <pc:sldMk cId="1296768969" sldId="261"/>
            <ac:spMk id="4" creationId="{F2A8E863-5D87-8F91-7489-8481DA71C0DD}"/>
          </ac:spMkLst>
        </pc:spChg>
        <pc:spChg chg="add mod">
          <ac:chgData name="越智 統" userId="2de33d77-a65a-42d1-92e2-b40da65bb07e" providerId="ADAL" clId="{68900556-FF08-4CF6-BB7A-A222CF3649B4}" dt="2026-03-14T12:39:14.288" v="96" actId="6549"/>
          <ac:spMkLst>
            <pc:docMk/>
            <pc:sldMk cId="1296768969" sldId="261"/>
            <ac:spMk id="5" creationId="{C2A2CC58-AB8E-A202-0BC7-E8A446E6A579}"/>
          </ac:spMkLst>
        </pc:spChg>
        <pc:picChg chg="add mod">
          <ac:chgData name="越智 統" userId="2de33d77-a65a-42d1-92e2-b40da65bb07e" providerId="ADAL" clId="{68900556-FF08-4CF6-BB7A-A222CF3649B4}" dt="2026-03-14T12:38:34.641" v="60" actId="14100"/>
          <ac:picMkLst>
            <pc:docMk/>
            <pc:sldMk cId="1296768969" sldId="261"/>
            <ac:picMk id="3" creationId="{1586C6C6-8E5D-AF90-C3E9-C761AD7412C5}"/>
          </ac:picMkLst>
        </pc:picChg>
      </pc:sldChg>
      <pc:sldChg chg="addSp delSp modSp new mod">
        <pc:chgData name="越智 統" userId="2de33d77-a65a-42d1-92e2-b40da65bb07e" providerId="ADAL" clId="{68900556-FF08-4CF6-BB7A-A222CF3649B4}" dt="2026-03-14T12:41:31.402" v="140" actId="20577"/>
        <pc:sldMkLst>
          <pc:docMk/>
          <pc:sldMk cId="1691327073" sldId="262"/>
        </pc:sldMkLst>
        <pc:spChg chg="add mod">
          <ac:chgData name="越智 統" userId="2de33d77-a65a-42d1-92e2-b40da65bb07e" providerId="ADAL" clId="{68900556-FF08-4CF6-BB7A-A222CF3649B4}" dt="2026-03-14T12:41:16.137" v="107" actId="14100"/>
          <ac:spMkLst>
            <pc:docMk/>
            <pc:sldMk cId="1691327073" sldId="262"/>
            <ac:spMk id="5" creationId="{D3606214-8B34-C0E8-3199-2676317EFFE5}"/>
          </ac:spMkLst>
        </pc:spChg>
        <pc:spChg chg="add mod">
          <ac:chgData name="越智 統" userId="2de33d77-a65a-42d1-92e2-b40da65bb07e" providerId="ADAL" clId="{68900556-FF08-4CF6-BB7A-A222CF3649B4}" dt="2026-03-14T12:41:31.402" v="140" actId="20577"/>
          <ac:spMkLst>
            <pc:docMk/>
            <pc:sldMk cId="1691327073" sldId="262"/>
            <ac:spMk id="6" creationId="{B20DCD0F-6307-DD74-A853-0AFB66147BD4}"/>
          </ac:spMkLst>
        </pc:spChg>
        <pc:picChg chg="add del mod">
          <ac:chgData name="越智 統" userId="2de33d77-a65a-42d1-92e2-b40da65bb07e" providerId="ADAL" clId="{68900556-FF08-4CF6-BB7A-A222CF3649B4}" dt="2026-03-14T12:40:43.614" v="102" actId="478"/>
          <ac:picMkLst>
            <pc:docMk/>
            <pc:sldMk cId="1691327073" sldId="262"/>
            <ac:picMk id="3" creationId="{4366F876-C644-9EDA-CD3A-F88FD73E125A}"/>
          </ac:picMkLst>
        </pc:picChg>
        <pc:picChg chg="add mod">
          <ac:chgData name="越智 統" userId="2de33d77-a65a-42d1-92e2-b40da65bb07e" providerId="ADAL" clId="{68900556-FF08-4CF6-BB7A-A222CF3649B4}" dt="2026-03-14T12:41:09.194" v="106" actId="1076"/>
          <ac:picMkLst>
            <pc:docMk/>
            <pc:sldMk cId="1691327073" sldId="262"/>
            <ac:picMk id="4" creationId="{46B5CF0B-1E7B-27A1-ACB4-8580626FF4B6}"/>
          </ac:picMkLst>
        </pc:picChg>
      </pc:sldChg>
      <pc:sldChg chg="addSp modSp new mod">
        <pc:chgData name="越智 統" userId="2de33d77-a65a-42d1-92e2-b40da65bb07e" providerId="ADAL" clId="{68900556-FF08-4CF6-BB7A-A222CF3649B4}" dt="2026-03-14T12:42:19.636" v="144" actId="962"/>
        <pc:sldMkLst>
          <pc:docMk/>
          <pc:sldMk cId="2323248433" sldId="263"/>
        </pc:sldMkLst>
        <pc:picChg chg="add mod">
          <ac:chgData name="越智 統" userId="2de33d77-a65a-42d1-92e2-b40da65bb07e" providerId="ADAL" clId="{68900556-FF08-4CF6-BB7A-A222CF3649B4}" dt="2026-03-14T12:42:19.636" v="144" actId="962"/>
          <ac:picMkLst>
            <pc:docMk/>
            <pc:sldMk cId="2323248433" sldId="263"/>
            <ac:picMk id="3" creationId="{712A1843-A376-185D-B1E3-4C9F8EBD16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6A86BC-48DA-E883-FB0C-00AF14B27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9851B8-BBC5-F51B-798D-639907708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88888C-5A74-28F1-F7EA-9DC3C7C4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058654-AAAB-F398-7BB8-9D6AC50D4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700304-63F4-3DE0-2405-56A70E7E8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032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FFC28C-0AC0-06E7-5095-E0E8CCB7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DB3058-F020-EE59-A928-EC606DED6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48F6B2-39FA-F0B5-83A3-A2EFDF1EA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6C40B0-E07F-C37B-FB3B-E15C4AB1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9EBD3-781B-6570-A078-8EDAF2901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01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D7A9F9-C624-C9B3-437F-4A5DEB91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962041-FF91-4B2A-F6A1-F7B55A15E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CFA643-E5FB-3AC4-87DD-D84276865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09F6F8-A6C8-819F-9555-E933B6523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0FE284-BFE0-EED1-22A3-C64E495D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676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BD96D4-A87A-4E38-D206-32E910CF7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40371F-0662-4559-F41E-8A35E145A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A3FCB6-6577-3A70-E4CF-F5EA5FE5C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BFFF44-4884-B0BD-8255-05CC04A9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D1C89E-24AF-263E-81BF-7875C4262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AF9557-2B0A-C0D6-C2C2-B03DDD1F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83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FFDA11-D8FD-E454-FE52-DA0C57B1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42BDBA-8932-4CFE-C01E-271B8E5ED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F4F29E-89B6-9C7D-6CB7-E62C2C90A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AAE0A3-AEFD-8F77-F5B7-104F3C7A8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812079-FFE9-5F7D-FF0B-0E8B28A67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113270-F28E-8DA8-20FE-CFBC47008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EC3828-5D5E-0722-EC07-0775E5B3F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C21CC54-0C48-21F8-3AB1-16DC9F66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576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2EF434-1F20-BD72-0CD7-5F729BE27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84CB440-9325-B37E-C68D-DB73C3BDA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D39B15F-6BBD-BC2A-7B00-DC852D68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3BFC6E7-B89E-AA54-8B8A-34FEC7032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77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FC6683-3BF6-4810-DCE7-91BCC37C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AB4E8D2-CF75-4CDC-A9E6-21B9286F3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7631F6-5084-9408-86CD-5ABD7DB2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475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C349A-D318-705C-50CE-847B51E9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F9CE50-FE2B-131D-22A4-310DE6922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4D16F5-3989-B6DC-43F9-BD43BB838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649014-46E8-4992-2C26-B5E90878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7B6FC6-08C1-D7A0-DFB4-E24ED245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C88FC1-8B70-6895-6D80-BFF523B9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653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E021A9-E676-A1DA-1135-2AE4CE21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6F2EEC-6C8B-50F5-CF78-6814CAEBE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00B9CA-6F34-899B-BCB2-0D27726CD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543021-BF4B-1F37-D83F-68FB0420D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C61444-618C-E615-22AD-7E4D2DCF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C43C95-B3FB-2C5C-274A-B4C4CD30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260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F4F343-7CEB-8313-94FD-E2FF9B8E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E68BCD-7282-300C-6BD6-39FB7CDB4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A277E0-EE4A-E95D-9091-F0132115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766EAA-1CC7-6BBE-F8B3-E4E1C750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915042-5BFD-4A0C-15C2-E11E8E5D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50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C85DA29-5ABC-D674-CF7C-E331C4D1C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7F14E5-CB90-C5BA-438A-17FAC7BF1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82BFE0-F2BA-A68B-455B-18BAA1D0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F4CE0E-DCCF-D037-64B6-77F86578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AB2E22-091C-36A0-F48F-10EE73C0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139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9F2970D-C193-C414-4172-4878A667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602743-D629-5F8C-D1BC-2EA6DF8E0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5F0872-7208-12D3-97C1-ADF4C1164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5C92B-341A-4703-9F3B-56D380AE4420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A604DF-3C2D-E709-52E6-7A0776295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81BDAA-B846-6EE5-D2AC-FCF2C6AC7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65C15-6FA0-4A95-98A4-E0CF73430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92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BE5FA57-CA6B-D2C0-DDD7-54C4EE300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92" y="175758"/>
            <a:ext cx="11403016" cy="6506483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EF28149-B875-F9D2-BB9C-7C2CBF7017D4}"/>
              </a:ext>
            </a:extLst>
          </p:cNvPr>
          <p:cNvSpPr/>
          <p:nvPr/>
        </p:nvSpPr>
        <p:spPr>
          <a:xfrm>
            <a:off x="394492" y="5617029"/>
            <a:ext cx="1320008" cy="971550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29F6712-CF55-28DC-71A0-ECD7B8F13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445" y="3196934"/>
            <a:ext cx="4414973" cy="2066120"/>
          </a:xfrm>
          <a:prstGeom prst="rect">
            <a:avLst/>
          </a:prstGeom>
        </p:spPr>
      </p:pic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E172FCDF-DDD0-6A59-AF0D-99C19267E0D3}"/>
              </a:ext>
            </a:extLst>
          </p:cNvPr>
          <p:cNvSpPr/>
          <p:nvPr/>
        </p:nvSpPr>
        <p:spPr>
          <a:xfrm>
            <a:off x="3314666" y="2996293"/>
            <a:ext cx="2134009" cy="1049205"/>
          </a:xfrm>
          <a:prstGeom prst="wedgeRoundRectCallout">
            <a:avLst>
              <a:gd name="adj1" fmla="val -76690"/>
              <a:gd name="adj2" fmla="val 1043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ここをクリック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4ADC8C23-7DC5-9062-11DD-415613B3248B}"/>
              </a:ext>
            </a:extLst>
          </p:cNvPr>
          <p:cNvCxnSpPr>
            <a:cxnSpLocks/>
          </p:cNvCxnSpPr>
          <p:nvPr/>
        </p:nvCxnSpPr>
        <p:spPr>
          <a:xfrm flipV="1">
            <a:off x="1657350" y="5201544"/>
            <a:ext cx="391886" cy="4769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楕円 18">
            <a:extLst>
              <a:ext uri="{FF2B5EF4-FFF2-40B4-BE49-F238E27FC236}">
                <a16:creationId xmlns:a16="http://schemas.microsoft.com/office/drawing/2014/main" id="{B1CEB226-63B0-5FBE-3D55-7D98CA708124}"/>
              </a:ext>
            </a:extLst>
          </p:cNvPr>
          <p:cNvSpPr/>
          <p:nvPr/>
        </p:nvSpPr>
        <p:spPr>
          <a:xfrm>
            <a:off x="1714500" y="4351564"/>
            <a:ext cx="1597594" cy="9114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604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3944D9F-A171-A4B4-2160-98610A529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287" y="2071498"/>
            <a:ext cx="3229426" cy="2715004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D13AAE45-ED08-6E6A-68A7-9270CB89CF25}"/>
              </a:ext>
            </a:extLst>
          </p:cNvPr>
          <p:cNvSpPr/>
          <p:nvPr/>
        </p:nvSpPr>
        <p:spPr>
          <a:xfrm>
            <a:off x="4718956" y="2588079"/>
            <a:ext cx="3110593" cy="53067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27F89644-1FF8-709C-5254-729D01CC6CA8}"/>
              </a:ext>
            </a:extLst>
          </p:cNvPr>
          <p:cNvSpPr/>
          <p:nvPr/>
        </p:nvSpPr>
        <p:spPr>
          <a:xfrm>
            <a:off x="6343616" y="1175657"/>
            <a:ext cx="2359513" cy="1306286"/>
          </a:xfrm>
          <a:prstGeom prst="wedgeRoundRectCallout">
            <a:avLst>
              <a:gd name="adj1" fmla="val -87402"/>
              <a:gd name="adj2" fmla="val 7558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「設定 </a:t>
            </a:r>
            <a:r>
              <a:rPr lang="en-US" altLang="ja-JP" sz="1200" dirty="0"/>
              <a:t>(</a:t>
            </a:r>
            <a:r>
              <a:rPr lang="ja-JP" altLang="en-US" sz="1200" dirty="0"/>
              <a:t>せってい</a:t>
            </a:r>
            <a:r>
              <a:rPr lang="en-US" altLang="ja-JP" sz="1200" dirty="0"/>
              <a:t>)</a:t>
            </a:r>
            <a:r>
              <a:rPr lang="ja-JP" altLang="en-US" dirty="0"/>
              <a:t>」</a:t>
            </a:r>
            <a:r>
              <a:rPr kumimoji="1" lang="ja-JP" altLang="en-US" dirty="0"/>
              <a:t>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クリック</a:t>
            </a:r>
          </a:p>
        </p:txBody>
      </p:sp>
    </p:spTree>
    <p:extLst>
      <p:ext uri="{BB962C8B-B14F-4D97-AF65-F5344CB8AC3E}">
        <p14:creationId xmlns:p14="http://schemas.microsoft.com/office/powerpoint/2010/main" val="357162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859C874-FD13-6F75-6F1F-012F85DC5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021" y="1904787"/>
            <a:ext cx="6677957" cy="3048425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6137AE6B-D702-7106-ED1C-6587B08D1D59}"/>
              </a:ext>
            </a:extLst>
          </p:cNvPr>
          <p:cNvSpPr/>
          <p:nvPr/>
        </p:nvSpPr>
        <p:spPr>
          <a:xfrm>
            <a:off x="2757021" y="2563587"/>
            <a:ext cx="3110593" cy="53067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04F1B920-85D9-9376-99F8-A7C8138CB656}"/>
              </a:ext>
            </a:extLst>
          </p:cNvPr>
          <p:cNvSpPr/>
          <p:nvPr/>
        </p:nvSpPr>
        <p:spPr>
          <a:xfrm>
            <a:off x="5372066" y="2979964"/>
            <a:ext cx="4490391" cy="1178803"/>
          </a:xfrm>
          <a:prstGeom prst="wedgeRoundRectCallout">
            <a:avLst>
              <a:gd name="adj1" fmla="val -70599"/>
              <a:gd name="adj2" fmla="val -5893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「</a:t>
            </a:r>
            <a:r>
              <a:rPr lang="en-US" altLang="ja-JP" sz="2400" dirty="0" err="1"/>
              <a:t>emmet</a:t>
            </a:r>
            <a:r>
              <a:rPr lang="en-US" altLang="ja-JP" sz="2400" dirty="0"/>
              <a:t> variables</a:t>
            </a:r>
            <a:r>
              <a:rPr lang="ja-JP" altLang="en-US" dirty="0"/>
              <a:t>」と</a:t>
            </a:r>
            <a:r>
              <a:rPr kumimoji="1" lang="ja-JP" altLang="en-US" dirty="0"/>
              <a:t>入力</a:t>
            </a:r>
            <a:endParaRPr kumimoji="1" lang="en-US" altLang="ja-JP" dirty="0"/>
          </a:p>
          <a:p>
            <a:pPr algn="ctr"/>
            <a:r>
              <a:rPr lang="en-US" altLang="ja-JP" dirty="0"/>
              <a:t>※ </a:t>
            </a:r>
            <a:r>
              <a:rPr lang="ja-JP" altLang="en-US" dirty="0"/>
              <a:t>間にスペースを入れる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0469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, 背景パター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6BA3DCC-FFC3-26E5-22C1-29F8E503C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547" y="2749834"/>
            <a:ext cx="8830907" cy="1209844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3B13E1D0-0C33-9822-691A-7C45A3FC2C78}"/>
              </a:ext>
            </a:extLst>
          </p:cNvPr>
          <p:cNvSpPr/>
          <p:nvPr/>
        </p:nvSpPr>
        <p:spPr>
          <a:xfrm>
            <a:off x="1680546" y="3282043"/>
            <a:ext cx="687097" cy="6776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737F4E39-67E2-C44F-C60A-83D77FF80FA8}"/>
              </a:ext>
            </a:extLst>
          </p:cNvPr>
          <p:cNvSpPr/>
          <p:nvPr/>
        </p:nvSpPr>
        <p:spPr>
          <a:xfrm>
            <a:off x="2367643" y="4491888"/>
            <a:ext cx="3575957" cy="677636"/>
          </a:xfrm>
          <a:prstGeom prst="wedgeRoundRectCallout">
            <a:avLst>
              <a:gd name="adj1" fmla="val 30742"/>
              <a:gd name="adj2" fmla="val -14798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項目「</a:t>
            </a:r>
            <a:r>
              <a:rPr lang="en-US" altLang="ja-JP" dirty="0"/>
              <a:t>lang</a:t>
            </a:r>
            <a:r>
              <a:rPr lang="ja-JP" altLang="en-US" dirty="0"/>
              <a:t>」を選び、値「</a:t>
            </a:r>
            <a:r>
              <a:rPr lang="en-US" altLang="ja-JP" dirty="0"/>
              <a:t>ja</a:t>
            </a:r>
            <a:r>
              <a:rPr lang="ja-JP" altLang="en-US" dirty="0"/>
              <a:t>」を</a:t>
            </a:r>
            <a:r>
              <a:rPr kumimoji="1" lang="ja-JP" altLang="en-US" dirty="0"/>
              <a:t>入力</a:t>
            </a:r>
            <a:endParaRPr kumimoji="1" lang="en-US" altLang="ja-JP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F2069C8-8094-81EB-CD06-6C21245FC227}"/>
              </a:ext>
            </a:extLst>
          </p:cNvPr>
          <p:cNvSpPr/>
          <p:nvPr/>
        </p:nvSpPr>
        <p:spPr>
          <a:xfrm>
            <a:off x="5166697" y="3363686"/>
            <a:ext cx="540140" cy="5959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1EF8BAD3-69E3-C185-77CA-C4AAAFEBDDE1}"/>
              </a:ext>
            </a:extLst>
          </p:cNvPr>
          <p:cNvSpPr/>
          <p:nvPr/>
        </p:nvSpPr>
        <p:spPr>
          <a:xfrm>
            <a:off x="2367643" y="4491887"/>
            <a:ext cx="5419909" cy="1178803"/>
          </a:xfrm>
          <a:prstGeom prst="wedgeRoundRectCallout">
            <a:avLst>
              <a:gd name="adj1" fmla="val -53276"/>
              <a:gd name="adj2" fmla="val -997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① 項目「</a:t>
            </a:r>
            <a:r>
              <a:rPr lang="en-US" altLang="ja-JP" dirty="0"/>
              <a:t>lang</a:t>
            </a:r>
            <a:r>
              <a:rPr lang="ja-JP" altLang="en-US" dirty="0"/>
              <a:t>」を選び、値「</a:t>
            </a:r>
            <a:r>
              <a:rPr lang="en-US" altLang="ja-JP" dirty="0"/>
              <a:t>ja</a:t>
            </a:r>
            <a:r>
              <a:rPr lang="ja-JP" altLang="en-US" dirty="0"/>
              <a:t>」を</a:t>
            </a:r>
            <a:r>
              <a:rPr kumimoji="1" lang="ja-JP" altLang="en-US" dirty="0"/>
              <a:t>入力</a:t>
            </a:r>
            <a:endParaRPr kumimoji="1" lang="en-US" altLang="ja-JP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A4ECDC6-DFB0-1351-DF60-6B5843C15942}"/>
              </a:ext>
            </a:extLst>
          </p:cNvPr>
          <p:cNvSpPr/>
          <p:nvPr/>
        </p:nvSpPr>
        <p:spPr>
          <a:xfrm>
            <a:off x="9335925" y="3363686"/>
            <a:ext cx="540140" cy="5959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1745B8C1-E9A1-492C-8150-A3AF664F6628}"/>
              </a:ext>
            </a:extLst>
          </p:cNvPr>
          <p:cNvSpPr/>
          <p:nvPr/>
        </p:nvSpPr>
        <p:spPr>
          <a:xfrm>
            <a:off x="8025493" y="4491886"/>
            <a:ext cx="3343459" cy="1178803"/>
          </a:xfrm>
          <a:prstGeom prst="wedgeRoundRectCallout">
            <a:avLst>
              <a:gd name="adj1" fmla="val 1965"/>
              <a:gd name="adj2" fmla="val -10187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②「</a:t>
            </a:r>
            <a:r>
              <a:rPr lang="en-US" altLang="ja-JP" dirty="0"/>
              <a:t>OK</a:t>
            </a:r>
            <a:r>
              <a:rPr lang="ja-JP" altLang="en-US" dirty="0"/>
              <a:t>」をクリック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8294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868B40A-3A6C-7660-39EE-8ACE21A74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243" y="306134"/>
            <a:ext cx="7659162" cy="5151795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F6733926-35BD-6D34-12C6-695811C991F0}"/>
              </a:ext>
            </a:extLst>
          </p:cNvPr>
          <p:cNvSpPr/>
          <p:nvPr/>
        </p:nvSpPr>
        <p:spPr>
          <a:xfrm>
            <a:off x="1254794" y="2351353"/>
            <a:ext cx="1970100" cy="53067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F165DD35-32F1-E858-ADDE-9D4FDC67388D}"/>
              </a:ext>
            </a:extLst>
          </p:cNvPr>
          <p:cNvSpPr/>
          <p:nvPr/>
        </p:nvSpPr>
        <p:spPr>
          <a:xfrm>
            <a:off x="2808480" y="2991177"/>
            <a:ext cx="4490391" cy="984794"/>
          </a:xfrm>
          <a:prstGeom prst="wedgeRoundRectCallout">
            <a:avLst>
              <a:gd name="adj1" fmla="val -74235"/>
              <a:gd name="adj2" fmla="val -7650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この「</a:t>
            </a:r>
            <a:r>
              <a:rPr lang="ja-JP" altLang="en-US" sz="2400" dirty="0"/>
              <a:t>拡張機能</a:t>
            </a:r>
            <a:r>
              <a:rPr lang="ja-JP" altLang="en-US" dirty="0"/>
              <a:t>」アイコンをクリック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126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586C6C6-8E5D-AF90-C3E9-C761AD741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38" y="1143000"/>
            <a:ext cx="7559700" cy="3213147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F2A8E863-5D87-8F91-7489-8481DA71C0DD}"/>
              </a:ext>
            </a:extLst>
          </p:cNvPr>
          <p:cNvSpPr/>
          <p:nvPr/>
        </p:nvSpPr>
        <p:spPr>
          <a:xfrm>
            <a:off x="1265463" y="1820636"/>
            <a:ext cx="2032907" cy="56333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C2A2CC58-AB8E-A202-0BC7-E8A446E6A579}"/>
              </a:ext>
            </a:extLst>
          </p:cNvPr>
          <p:cNvSpPr/>
          <p:nvPr/>
        </p:nvSpPr>
        <p:spPr>
          <a:xfrm>
            <a:off x="3502445" y="2444206"/>
            <a:ext cx="4490391" cy="984794"/>
          </a:xfrm>
          <a:prstGeom prst="wedgeRoundRectCallout">
            <a:avLst>
              <a:gd name="adj1" fmla="val -74235"/>
              <a:gd name="adj2" fmla="val -7650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「</a:t>
            </a:r>
            <a:r>
              <a:rPr lang="en-US" altLang="ja-JP" sz="2400" dirty="0"/>
              <a:t>Live Server</a:t>
            </a:r>
            <a:r>
              <a:rPr lang="ja-JP" altLang="en-US" dirty="0"/>
              <a:t>」と入力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9676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6B5CF0B-1E7B-27A1-ACB4-8580626FF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6" y="310243"/>
            <a:ext cx="7559700" cy="3213147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D3606214-8B34-C0E8-3199-2676317EFFE5}"/>
              </a:ext>
            </a:extLst>
          </p:cNvPr>
          <p:cNvSpPr/>
          <p:nvPr/>
        </p:nvSpPr>
        <p:spPr>
          <a:xfrm>
            <a:off x="881743" y="1355271"/>
            <a:ext cx="2416627" cy="102870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B20DCD0F-6307-DD74-A853-0AFB66147BD4}"/>
              </a:ext>
            </a:extLst>
          </p:cNvPr>
          <p:cNvSpPr/>
          <p:nvPr/>
        </p:nvSpPr>
        <p:spPr>
          <a:xfrm>
            <a:off x="3502445" y="2444206"/>
            <a:ext cx="4490391" cy="984794"/>
          </a:xfrm>
          <a:prstGeom prst="wedgeRoundRectCallout">
            <a:avLst>
              <a:gd name="adj1" fmla="val -74235"/>
              <a:gd name="adj2" fmla="val -7650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「</a:t>
            </a:r>
            <a:r>
              <a:rPr lang="ja-JP" altLang="en-US" sz="2400" dirty="0"/>
              <a:t>インストール</a:t>
            </a:r>
            <a:r>
              <a:rPr lang="ja-JP" altLang="en-US" dirty="0"/>
              <a:t>」をクリック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9132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12A1843-A376-185D-B1E3-4C9F8EBD1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573" y="2543129"/>
            <a:ext cx="5924854" cy="177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48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75</Words>
  <Application>Microsoft Office PowerPoint</Application>
  <PresentationFormat>ワイド画面</PresentationFormat>
  <Paragraphs>11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2026-03-14T11:38:54Z</dcterms:created>
  <dcterms:modified xsi:type="dcterms:W3CDTF">2026-03-14T12:42:26Z</dcterms:modified>
</cp:coreProperties>
</file>